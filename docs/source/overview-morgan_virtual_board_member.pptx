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4"/>
    <p:sldMasterId id="2147483903" r:id="rId5"/>
  </p:sldMasterIdLst>
  <p:notesMasterIdLst>
    <p:notesMasterId r:id="rId9"/>
  </p:notesMasterIdLst>
  <p:sldIdLst>
    <p:sldId id="2147468499" r:id="rId6"/>
    <p:sldId id="560" r:id="rId7"/>
    <p:sldId id="214746849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55EB30-BB11-37CD-EF09-A381AFF04832}" name="Nathan Brunt" initials="NB" userId="S::nathan.brunt@slalom.com::618a41c2-ee3f-4be6-9944-98278fa54ce7" providerId="AD"/>
  <p188:author id="{41CCFF34-9887-07EA-54B4-0022A3335690}" name="Neil Wilks" initials="NW" userId="S::neil.wilks@slalom.com::7c9a3b40-050f-4125-a08a-3e6d606b481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y Wallach" initials="AW" lastIdx="83" clrIdx="0">
    <p:extLst>
      <p:ext uri="{19B8F6BF-5375-455C-9EA6-DF929625EA0E}">
        <p15:presenceInfo xmlns:p15="http://schemas.microsoft.com/office/powerpoint/2012/main" userId="S::alyson.wallach@slalom.com::40676470-54b3-4d79-b3e9-b2fcd17b5894" providerId="AD"/>
      </p:ext>
    </p:extLst>
  </p:cmAuthor>
  <p:cmAuthor id="2" name="Carleigh Millay" initials="CM" lastIdx="28" clrIdx="1">
    <p:extLst>
      <p:ext uri="{19B8F6BF-5375-455C-9EA6-DF929625EA0E}">
        <p15:presenceInfo xmlns:p15="http://schemas.microsoft.com/office/powerpoint/2012/main" userId="S::carleighd@slalom.com::29e1a232-57b3-423c-acc8-49be36681d51" providerId="AD"/>
      </p:ext>
    </p:extLst>
  </p:cmAuthor>
  <p:cmAuthor id="3" name="Elle Gentes" initials="EG" lastIdx="3" clrIdx="2">
    <p:extLst>
      <p:ext uri="{19B8F6BF-5375-455C-9EA6-DF929625EA0E}">
        <p15:presenceInfo xmlns:p15="http://schemas.microsoft.com/office/powerpoint/2012/main" userId="S::elle.gentes@slalom.com::3854057d-696a-4f4b-9d81-1983fa9e1444" providerId="AD"/>
      </p:ext>
    </p:extLst>
  </p:cmAuthor>
  <p:cmAuthor id="4" name="Mallory Block Cayez" initials="MBC" lastIdx="4" clrIdx="3">
    <p:extLst>
      <p:ext uri="{19B8F6BF-5375-455C-9EA6-DF929625EA0E}">
        <p15:presenceInfo xmlns:p15="http://schemas.microsoft.com/office/powerpoint/2012/main" userId="S::malloryb@slalom.com::5a7db367-bff4-450c-9931-8167cf43896f" providerId="AD"/>
      </p:ext>
    </p:extLst>
  </p:cmAuthor>
  <p:cmAuthor id="5" name="Cameron Fuller" initials="CF" lastIdx="12" clrIdx="4">
    <p:extLst>
      <p:ext uri="{19B8F6BF-5375-455C-9EA6-DF929625EA0E}">
        <p15:presenceInfo xmlns:p15="http://schemas.microsoft.com/office/powerpoint/2012/main" userId="S::cameron.fuller@slalom.com::dc2714f8-693c-4cdf-9291-07b62da561c2" providerId="AD"/>
      </p:ext>
    </p:extLst>
  </p:cmAuthor>
  <p:cmAuthor id="6" name="Tanner Humiston" initials="TH" lastIdx="6" clrIdx="5">
    <p:extLst>
      <p:ext uri="{19B8F6BF-5375-455C-9EA6-DF929625EA0E}">
        <p15:presenceInfo xmlns:p15="http://schemas.microsoft.com/office/powerpoint/2012/main" userId="S::tannerh@slalom.com::93bfed93-7bc4-43a5-96f2-e0e4355838e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C62FB"/>
    <a:srgbClr val="FEFFFD"/>
    <a:srgbClr val="FFD54F"/>
    <a:srgbClr val="A5CBEB"/>
    <a:srgbClr val="000000"/>
    <a:srgbClr val="00D25F"/>
    <a:srgbClr val="FF69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58586F-2B7E-4410-B0DC-DEEC1EA83880}" v="363" dt="2025-12-09T17:14:20.01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09" autoAdjust="0"/>
    <p:restoredTop sz="94694"/>
  </p:normalViewPr>
  <p:slideViewPr>
    <p:cSldViewPr snapToGrid="0">
      <p:cViewPr varScale="1">
        <p:scale>
          <a:sx n="117" d="100"/>
          <a:sy n="117" d="100"/>
        </p:scale>
        <p:origin x="6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91FA96-4004-49BB-9FE0-A8ABC56FBC21}"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924D71-1C86-49C5-B4E9-DBEDD5226A07}" type="slidenum">
              <a:rPr lang="en-US" smtClean="0"/>
              <a:t>‹#›</a:t>
            </a:fld>
            <a:endParaRPr lang="en-US"/>
          </a:p>
        </p:txBody>
      </p:sp>
    </p:spTree>
    <p:extLst>
      <p:ext uri="{BB962C8B-B14F-4D97-AF65-F5344CB8AC3E}">
        <p14:creationId xmlns:p14="http://schemas.microsoft.com/office/powerpoint/2010/main" val="5435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BB30-7F8C-284E-6A64-496C1BEF9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964A3-45C8-5DF5-F333-BE163836F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4582E-DB01-955F-0FB2-738D07E7170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E339705-2762-3E09-A6D5-4D87DBE87C2F}"/>
              </a:ext>
            </a:extLst>
          </p:cNvPr>
          <p:cNvSpPr>
            <a:spLocks noGrp="1"/>
          </p:cNvSpPr>
          <p:nvPr>
            <p:ph type="sldNum" sz="quarter" idx="5"/>
          </p:nvPr>
        </p:nvSpPr>
        <p:spPr/>
        <p:txBody>
          <a:bodyPr/>
          <a:lstStyle/>
          <a:p>
            <a:fld id="{32924D71-1C86-49C5-B4E9-DBEDD5226A07}" type="slidenum">
              <a:rPr lang="en-US" smtClean="0"/>
              <a:t>1</a:t>
            </a:fld>
            <a:endParaRPr lang="en-US"/>
          </a:p>
        </p:txBody>
      </p:sp>
    </p:spTree>
    <p:extLst>
      <p:ext uri="{BB962C8B-B14F-4D97-AF65-F5344CB8AC3E}">
        <p14:creationId xmlns:p14="http://schemas.microsoft.com/office/powerpoint/2010/main" val="2615311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20E2B-46FD-F525-0573-82760F9A4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87293-06D0-1F91-8F9A-15A9887D9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79309-9814-CB25-8E12-9B9901661C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B3AF4DB-A390-6E23-CE5F-9EBD2BD33947}"/>
              </a:ext>
            </a:extLst>
          </p:cNvPr>
          <p:cNvSpPr>
            <a:spLocks noGrp="1"/>
          </p:cNvSpPr>
          <p:nvPr>
            <p:ph type="sldNum" sz="quarter" idx="5"/>
          </p:nvPr>
        </p:nvSpPr>
        <p:spPr/>
        <p:txBody>
          <a:bodyPr/>
          <a:lstStyle/>
          <a:p>
            <a:fld id="{32924D71-1C86-49C5-B4E9-DBEDD5226A07}" type="slidenum">
              <a:rPr lang="en-US" smtClean="0"/>
              <a:t>3</a:t>
            </a:fld>
            <a:endParaRPr lang="en-US"/>
          </a:p>
        </p:txBody>
      </p:sp>
    </p:spTree>
    <p:extLst>
      <p:ext uri="{BB962C8B-B14F-4D97-AF65-F5344CB8AC3E}">
        <p14:creationId xmlns:p14="http://schemas.microsoft.com/office/powerpoint/2010/main" val="1537019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5_Presentation Cover">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bwMode="black">
          <a:xfrm>
            <a:off x="618213" y="2972544"/>
            <a:ext cx="10911627" cy="1185965"/>
          </a:xfrm>
          <a:noFill/>
        </p:spPr>
        <p:txBody>
          <a:bodyPr wrap="square" lIns="0" tIns="0" bIns="0" anchor="b" anchorCtr="0">
            <a:spAutoFit/>
          </a:bodyPr>
          <a:lstStyle>
            <a:lvl1pPr algn="l" defTabSz="1219170" rtl="0" eaLnBrk="1" latinLnBrk="0" hangingPunct="1">
              <a:lnSpc>
                <a:spcPct val="85000"/>
              </a:lnSpc>
              <a:spcBef>
                <a:spcPct val="0"/>
              </a:spcBef>
              <a:buNone/>
              <a:defRPr lang="en-US" sz="4533" b="1" kern="1200" spc="-67" baseline="0" dirty="0">
                <a:gradFill>
                  <a:gsLst>
                    <a:gs pos="1000">
                      <a:schemeClr val="bg1"/>
                    </a:gs>
                    <a:gs pos="99000">
                      <a:schemeClr val="bg1"/>
                    </a:gs>
                  </a:gsLst>
                  <a:lin ang="13200000" scaled="0"/>
                </a:gradFill>
                <a:latin typeface="Arial" panose="020B0604020202020204" pitchFamily="34" charset="0"/>
                <a:ea typeface="+mj-ea"/>
                <a:cs typeface="Arial" panose="020B0604020202020204" pitchFamily="34" charset="0"/>
              </a:defRPr>
            </a:lvl1pPr>
          </a:lstStyle>
          <a:p>
            <a:r>
              <a:rPr lang="en-US"/>
              <a:t>Click to edit </a:t>
            </a:r>
            <a:br>
              <a:rPr lang="en-US"/>
            </a:br>
            <a:r>
              <a:rPr lang="en-US"/>
              <a:t>master title style</a:t>
            </a:r>
          </a:p>
        </p:txBody>
      </p:sp>
      <p:sp>
        <p:nvSpPr>
          <p:cNvPr id="11" name="Subtitle 2"/>
          <p:cNvSpPr>
            <a:spLocks noGrp="1"/>
          </p:cNvSpPr>
          <p:nvPr>
            <p:ph type="subTitle" idx="1" hasCustomPrompt="1"/>
          </p:nvPr>
        </p:nvSpPr>
        <p:spPr>
          <a:xfrm>
            <a:off x="642087" y="4321239"/>
            <a:ext cx="7540983" cy="318100"/>
          </a:xfrm>
          <a:prstGeom prst="rect">
            <a:avLst/>
          </a:prstGeom>
        </p:spPr>
        <p:txBody>
          <a:bodyPr/>
          <a:lstStyle>
            <a:lvl1pPr marL="0" indent="0" algn="l" defTabSz="1219170" rtl="0" eaLnBrk="1" latinLnBrk="0" hangingPunct="1">
              <a:lnSpc>
                <a:spcPct val="100000"/>
              </a:lnSpc>
              <a:spcBef>
                <a:spcPct val="0"/>
              </a:spcBef>
              <a:buClr>
                <a:srgbClr val="00B7E6"/>
              </a:buClr>
              <a:buSzPct val="110000"/>
              <a:buFont typeface="Wingdings" panose="05000000000000000000" pitchFamily="2" charset="2"/>
              <a:buNone/>
              <a:defRPr lang="en-US" sz="1467" b="1" kern="1200" spc="0" baseline="0" dirty="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12" name="Text Placeholder 3"/>
          <p:cNvSpPr>
            <a:spLocks noGrp="1"/>
          </p:cNvSpPr>
          <p:nvPr>
            <p:ph type="body" sz="quarter" idx="10"/>
          </p:nvPr>
        </p:nvSpPr>
        <p:spPr>
          <a:xfrm>
            <a:off x="642087" y="4609298"/>
            <a:ext cx="7537077" cy="276999"/>
          </a:xfrm>
        </p:spPr>
        <p:txBody>
          <a:bodyPr vert="horz" wrap="square" lIns="0" tIns="45720" rIns="0" bIns="45720" rtlCol="0">
            <a:spAutoFit/>
          </a:bodyPr>
          <a:lstStyle>
            <a:lvl1pPr marL="230712" indent="-230712">
              <a:buNone/>
              <a:defRPr lang="en-US" sz="1200" b="0" i="1" kern="1200" spc="107" baseline="0" dirty="0" smtClean="0">
                <a:gradFill>
                  <a:gsLst>
                    <a:gs pos="12389">
                      <a:schemeClr val="bg1"/>
                    </a:gs>
                    <a:gs pos="34000">
                      <a:schemeClr val="bg1"/>
                    </a:gs>
                  </a:gsLst>
                  <a:lin ang="5400000" scaled="0"/>
                </a:gradFill>
                <a:latin typeface="Georgia" panose="02040502050405020303" pitchFamily="18" charset="0"/>
                <a:ea typeface="+mj-ea"/>
                <a:cs typeface="Arial" panose="020B0604020202020204" pitchFamily="34" charset="0"/>
              </a:defRPr>
            </a:lvl1pPr>
            <a:lvl2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2pPr>
            <a:lvl3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3pPr>
            <a:lvl4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4pPr>
            <a:lvl5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5pPr>
          </a:lstStyle>
          <a:p>
            <a:pPr marL="0" lvl="0" indent="0">
              <a:lnSpc>
                <a:spcPct val="100000"/>
              </a:lnSpc>
              <a:spcBef>
                <a:spcPct val="0"/>
              </a:spcBef>
            </a:pPr>
            <a:r>
              <a:rPr lang="en-US"/>
              <a:t>Click to edit Master text styles</a:t>
            </a: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84754" y="5667375"/>
            <a:ext cx="1090173" cy="1090173"/>
          </a:xfrm>
          <a:prstGeom prst="rect">
            <a:avLst/>
          </a:prstGeom>
        </p:spPr>
      </p:pic>
    </p:spTree>
    <p:extLst>
      <p:ext uri="{BB962C8B-B14F-4D97-AF65-F5344CB8AC3E}">
        <p14:creationId xmlns:p14="http://schemas.microsoft.com/office/powerpoint/2010/main" val="272870088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8_Presentation Cover">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black">
          <a:xfrm>
            <a:off x="627743" y="665835"/>
            <a:ext cx="10911627" cy="1185965"/>
          </a:xfrm>
          <a:noFill/>
        </p:spPr>
        <p:txBody>
          <a:bodyPr wrap="square" lIns="0" tIns="0" bIns="0" anchor="b" anchorCtr="0">
            <a:spAutoFit/>
          </a:bodyPr>
          <a:lstStyle>
            <a:lvl1pPr algn="l" defTabSz="1219170" rtl="0" eaLnBrk="1" latinLnBrk="0" hangingPunct="1">
              <a:lnSpc>
                <a:spcPct val="85000"/>
              </a:lnSpc>
              <a:spcBef>
                <a:spcPct val="0"/>
              </a:spcBef>
              <a:buNone/>
              <a:defRPr lang="en-US" sz="4533" b="1" kern="1200" spc="-67" baseline="0" dirty="0">
                <a:gradFill>
                  <a:gsLst>
                    <a:gs pos="1000">
                      <a:schemeClr val="bg1"/>
                    </a:gs>
                    <a:gs pos="99000">
                      <a:schemeClr val="bg1"/>
                    </a:gs>
                  </a:gsLst>
                  <a:lin ang="13200000" scaled="0"/>
                </a:gradFill>
                <a:latin typeface="Arial" panose="020B0604020202020204" pitchFamily="34" charset="0"/>
                <a:ea typeface="+mj-ea"/>
                <a:cs typeface="Arial" panose="020B0604020202020204" pitchFamily="34" charset="0"/>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634915" y="2014530"/>
            <a:ext cx="7540983" cy="318100"/>
          </a:xfrm>
          <a:prstGeom prst="rect">
            <a:avLst/>
          </a:prstGeom>
        </p:spPr>
        <p:txBody>
          <a:bodyPr/>
          <a:lstStyle>
            <a:lvl1pPr marL="0" indent="0" algn="l" defTabSz="1219170" rtl="0" eaLnBrk="1" latinLnBrk="0" hangingPunct="1">
              <a:lnSpc>
                <a:spcPct val="100000"/>
              </a:lnSpc>
              <a:spcBef>
                <a:spcPct val="0"/>
              </a:spcBef>
              <a:buClr>
                <a:srgbClr val="00B7E6"/>
              </a:buClr>
              <a:buSzPct val="110000"/>
              <a:buFont typeface="Wingdings" panose="05000000000000000000" pitchFamily="2" charset="2"/>
              <a:buNone/>
              <a:defRPr lang="en-US" sz="1467" b="1" kern="1200" spc="0" baseline="0" dirty="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10" name="Text Placeholder 3"/>
          <p:cNvSpPr>
            <a:spLocks noGrp="1"/>
          </p:cNvSpPr>
          <p:nvPr>
            <p:ph type="body" sz="quarter" idx="10"/>
          </p:nvPr>
        </p:nvSpPr>
        <p:spPr>
          <a:xfrm>
            <a:off x="634915" y="2302589"/>
            <a:ext cx="7537077" cy="276999"/>
          </a:xfrm>
        </p:spPr>
        <p:txBody>
          <a:bodyPr vert="horz" wrap="square" lIns="0" tIns="45720" rIns="0" bIns="45720" rtlCol="0">
            <a:spAutoFit/>
          </a:bodyPr>
          <a:lstStyle>
            <a:lvl1pPr marL="230712" indent="-230712">
              <a:buNone/>
              <a:defRPr lang="en-US" sz="1200" b="0" i="1" kern="1200" spc="107" baseline="0" dirty="0" smtClean="0">
                <a:gradFill>
                  <a:gsLst>
                    <a:gs pos="12389">
                      <a:schemeClr val="bg1"/>
                    </a:gs>
                    <a:gs pos="34000">
                      <a:schemeClr val="bg1"/>
                    </a:gs>
                  </a:gsLst>
                  <a:lin ang="5400000" scaled="0"/>
                </a:gradFill>
                <a:latin typeface="Georgia" panose="02040502050405020303" pitchFamily="18" charset="0"/>
                <a:ea typeface="+mj-ea"/>
                <a:cs typeface="Arial" panose="020B0604020202020204" pitchFamily="34" charset="0"/>
              </a:defRPr>
            </a:lvl1pPr>
            <a:lvl2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2pPr>
            <a:lvl3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3pPr>
            <a:lvl4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4pPr>
            <a:lvl5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5pPr>
          </a:lstStyle>
          <a:p>
            <a:pPr marL="0" lvl="0" indent="0">
              <a:lnSpc>
                <a:spcPct val="100000"/>
              </a:lnSpc>
              <a:spcBef>
                <a:spcPct val="0"/>
              </a:spcBef>
            </a:pPr>
            <a:r>
              <a:rPr lang="en-US"/>
              <a:t>Click to edit Master text styles</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84754" y="5667375"/>
            <a:ext cx="1090173" cy="1090173"/>
          </a:xfrm>
          <a:prstGeom prst="rect">
            <a:avLst/>
          </a:prstGeom>
        </p:spPr>
      </p:pic>
    </p:spTree>
    <p:extLst>
      <p:ext uri="{BB962C8B-B14F-4D97-AF65-F5344CB8AC3E}">
        <p14:creationId xmlns:p14="http://schemas.microsoft.com/office/powerpoint/2010/main" val="248033852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5" name="Footer Placeholder 4"/>
          <p:cNvSpPr>
            <a:spLocks noGrp="1"/>
          </p:cNvSpPr>
          <p:nvPr>
            <p:ph type="ftr" sz="quarter" idx="11"/>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6" name="Slide Number Placeholder 5"/>
          <p:cNvSpPr>
            <a:spLocks noGrp="1"/>
          </p:cNvSpPr>
          <p:nvPr>
            <p:ph type="sldNum" sz="quarter" idx="12"/>
          </p:nvPr>
        </p:nvSpPr>
        <p:spPr/>
        <p:txBody>
          <a:bodyPr/>
          <a:lstStyle>
            <a:lvl1pPr>
              <a:defRPr>
                <a:gradFill>
                  <a:gsLst>
                    <a:gs pos="0">
                      <a:schemeClr val="bg1">
                        <a:lumMod val="65000"/>
                      </a:schemeClr>
                    </a:gs>
                    <a:gs pos="98000">
                      <a:schemeClr val="bg1">
                        <a:lumMod val="65000"/>
                      </a:schemeClr>
                    </a:gs>
                  </a:gsLst>
                  <a:lin ang="5400000" scaled="0"/>
                </a:gradFill>
              </a:defRPr>
            </a:lvl1pPr>
          </a:lstStyle>
          <a:p>
            <a:fld id="{4CA37C95-3A7F-4C90-9D28-0B573484ACDD}" type="slidenum">
              <a:rPr lang="en-US" smtClean="0"/>
              <a:pPr/>
              <a:t>‹#›</a:t>
            </a:fld>
            <a:endParaRPr lang="en-US"/>
          </a:p>
        </p:txBody>
      </p:sp>
      <p:sp>
        <p:nvSpPr>
          <p:cNvPr id="12" name="Text Placeholder 11"/>
          <p:cNvSpPr>
            <a:spLocks noGrp="1"/>
          </p:cNvSpPr>
          <p:nvPr>
            <p:ph type="body" sz="quarter" idx="13"/>
          </p:nvPr>
        </p:nvSpPr>
        <p:spPr>
          <a:xfrm>
            <a:off x="520700" y="1423633"/>
            <a:ext cx="11143488" cy="1543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p>
            <a:r>
              <a:rPr lang="en-US"/>
              <a:t>Click to edit Master title style</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627" y="6610720"/>
            <a:ext cx="1219200" cy="201643"/>
          </a:xfrm>
          <a:prstGeom prst="rect">
            <a:avLst/>
          </a:prstGeom>
        </p:spPr>
      </p:pic>
    </p:spTree>
    <p:extLst>
      <p:ext uri="{BB962C8B-B14F-4D97-AF65-F5344CB8AC3E}">
        <p14:creationId xmlns:p14="http://schemas.microsoft.com/office/powerpoint/2010/main" val="1140164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5" name="Footer Placeholder 4"/>
          <p:cNvSpPr>
            <a:spLocks noGrp="1"/>
          </p:cNvSpPr>
          <p:nvPr>
            <p:ph type="ftr" sz="quarter" idx="11"/>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6" name="Slide Number Placeholder 5"/>
          <p:cNvSpPr>
            <a:spLocks noGrp="1"/>
          </p:cNvSpPr>
          <p:nvPr>
            <p:ph type="sldNum" sz="quarter" idx="12"/>
          </p:nvPr>
        </p:nvSpPr>
        <p:spPr/>
        <p:txBody>
          <a:bodyPr/>
          <a:lstStyle>
            <a:lvl1pPr>
              <a:defRPr>
                <a:gradFill>
                  <a:gsLst>
                    <a:gs pos="0">
                      <a:schemeClr val="bg1">
                        <a:lumMod val="65000"/>
                      </a:schemeClr>
                    </a:gs>
                    <a:gs pos="98000">
                      <a:schemeClr val="bg1">
                        <a:lumMod val="65000"/>
                      </a:schemeClr>
                    </a:gs>
                  </a:gsLst>
                  <a:lin ang="5400000" scaled="0"/>
                </a:gradFill>
              </a:defRPr>
            </a:lvl1pPr>
          </a:lstStyle>
          <a:p>
            <a:fld id="{4CA37C95-3A7F-4C90-9D28-0B573484ACDD}" type="slidenum">
              <a:rPr lang="en-US" smtClean="0"/>
              <a:pPr/>
              <a:t>‹#›</a:t>
            </a:fld>
            <a:endParaRPr lang="en-US"/>
          </a:p>
        </p:txBody>
      </p:sp>
      <p:sp>
        <p:nvSpPr>
          <p:cNvPr id="3" name="Title 2"/>
          <p:cNvSpPr>
            <a:spLocks noGrp="1"/>
          </p:cNvSpPr>
          <p:nvPr>
            <p:ph type="title"/>
          </p:nvPr>
        </p:nvSpPr>
        <p:spPr/>
        <p:txBody>
          <a:body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627" y="6610720"/>
            <a:ext cx="1219200" cy="201643"/>
          </a:xfrm>
          <a:prstGeom prst="rect">
            <a:avLst/>
          </a:prstGeom>
        </p:spPr>
      </p:pic>
    </p:spTree>
    <p:extLst>
      <p:ext uri="{BB962C8B-B14F-4D97-AF65-F5344CB8AC3E}">
        <p14:creationId xmlns:p14="http://schemas.microsoft.com/office/powerpoint/2010/main" val="1794421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6" name="Footer Placeholder 5"/>
          <p:cNvSpPr>
            <a:spLocks noGrp="1"/>
          </p:cNvSpPr>
          <p:nvPr>
            <p:ph type="ftr" sz="quarter" idx="11"/>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7" name="Slide Number Placeholder 6"/>
          <p:cNvSpPr>
            <a:spLocks noGrp="1"/>
          </p:cNvSpPr>
          <p:nvPr>
            <p:ph type="sldNum" sz="quarter" idx="12"/>
          </p:nvPr>
        </p:nvSpPr>
        <p:spPr/>
        <p:txBody>
          <a:bodyPr/>
          <a:lstStyle>
            <a:lvl1pPr>
              <a:defRPr>
                <a:gradFill>
                  <a:gsLst>
                    <a:gs pos="0">
                      <a:schemeClr val="bg1">
                        <a:lumMod val="65000"/>
                      </a:schemeClr>
                    </a:gs>
                    <a:gs pos="98000">
                      <a:schemeClr val="bg1">
                        <a:lumMod val="65000"/>
                      </a:schemeClr>
                    </a:gs>
                  </a:gsLst>
                  <a:lin ang="5400000" scaled="0"/>
                </a:gradFill>
              </a:defRPr>
            </a:lvl1pPr>
          </a:lstStyle>
          <a:p>
            <a:fld id="{4CA37C95-3A7F-4C90-9D28-0B573484ACDD}" type="slidenum">
              <a:rPr lang="en-US" smtClean="0"/>
              <a:pPr/>
              <a:t>‹#›</a:t>
            </a:fld>
            <a:endParaRPr lang="en-US"/>
          </a:p>
        </p:txBody>
      </p:sp>
      <p:sp>
        <p:nvSpPr>
          <p:cNvPr id="9" name="Text Placeholder 8"/>
          <p:cNvSpPr>
            <a:spLocks noGrp="1"/>
          </p:cNvSpPr>
          <p:nvPr>
            <p:ph type="body" sz="quarter" idx="13"/>
          </p:nvPr>
        </p:nvSpPr>
        <p:spPr>
          <a:xfrm>
            <a:off x="520700" y="1422401"/>
            <a:ext cx="5486400" cy="154362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p:cNvSpPr>
            <a:spLocks noGrp="1"/>
          </p:cNvSpPr>
          <p:nvPr>
            <p:ph type="body" sz="quarter" idx="14"/>
          </p:nvPr>
        </p:nvSpPr>
        <p:spPr>
          <a:xfrm>
            <a:off x="6169152" y="1422401"/>
            <a:ext cx="5486400" cy="154362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p>
            <a:r>
              <a:rPr lang="en-US"/>
              <a:t>Click to edit Master title style</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627" y="6610720"/>
            <a:ext cx="1219200" cy="201643"/>
          </a:xfrm>
          <a:prstGeom prst="rect">
            <a:avLst/>
          </a:prstGeom>
        </p:spPr>
      </p:pic>
    </p:spTree>
    <p:extLst>
      <p:ext uri="{BB962C8B-B14F-4D97-AF65-F5344CB8AC3E}">
        <p14:creationId xmlns:p14="http://schemas.microsoft.com/office/powerpoint/2010/main" val="149166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20700" y="1453178"/>
            <a:ext cx="5486400" cy="424732"/>
          </a:xfrm>
          <a:prstGeom prst="rect">
            <a:avLst/>
          </a:prstGeom>
        </p:spPr>
        <p:txBody>
          <a:bodyPr anchor="b">
            <a:spAutoFit/>
          </a:bodyPr>
          <a:lstStyle>
            <a:lvl1pPr marL="0" indent="0">
              <a:buNone/>
              <a:defRPr lang="en-US" sz="2400" b="1" kern="1200" dirty="0" smtClean="0">
                <a:solidFill>
                  <a:schemeClr val="tx1"/>
                </a:solidFill>
                <a:latin typeface="Arial" panose="020B0604020202020204" pitchFamily="34" charset="0"/>
                <a:ea typeface="ＭＳ Ｐゴシック" charset="0"/>
                <a:cs typeface="Arial" panose="020B0604020202020204" pitchFamily="34" charset="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marL="0" lvl="0" indent="0" algn="l" defTabSz="1217054" rtl="0" eaLnBrk="1" fontAlgn="base" hangingPunct="1">
              <a:lnSpc>
                <a:spcPct val="90000"/>
              </a:lnSpc>
              <a:spcBef>
                <a:spcPts val="0"/>
              </a:spcBef>
              <a:spcAft>
                <a:spcPct val="0"/>
              </a:spcAft>
              <a:buClr>
                <a:schemeClr val="accent1"/>
              </a:buClr>
              <a:buSzPct val="90000"/>
              <a:buFont typeface="Wingdings" pitchFamily="2" charset="2"/>
              <a:buNone/>
            </a:pPr>
            <a:r>
              <a:rPr lang="en-US"/>
              <a:t>Click to edit Master text styles</a:t>
            </a:r>
          </a:p>
        </p:txBody>
      </p:sp>
      <p:sp>
        <p:nvSpPr>
          <p:cNvPr id="5" name="Text Placeholder 4"/>
          <p:cNvSpPr>
            <a:spLocks noGrp="1"/>
          </p:cNvSpPr>
          <p:nvPr>
            <p:ph type="body" sz="quarter" idx="3"/>
          </p:nvPr>
        </p:nvSpPr>
        <p:spPr>
          <a:xfrm>
            <a:off x="6169152" y="1453178"/>
            <a:ext cx="5486400" cy="424732"/>
          </a:xfrm>
          <a:prstGeom prst="rect">
            <a:avLst/>
          </a:prstGeom>
        </p:spPr>
        <p:txBody>
          <a:bodyPr anchor="b">
            <a:spAutoFit/>
          </a:bodyPr>
          <a:lstStyle>
            <a:lvl1pPr marL="0" indent="0">
              <a:buNone/>
              <a:defRPr lang="en-US" sz="2400" b="1" kern="1200" dirty="0" smtClean="0">
                <a:solidFill>
                  <a:schemeClr val="tx1"/>
                </a:solidFill>
                <a:latin typeface="Arial" panose="020B0604020202020204" pitchFamily="34" charset="0"/>
                <a:ea typeface="ＭＳ Ｐゴシック" charset="0"/>
                <a:cs typeface="Arial" panose="020B0604020202020204" pitchFamily="34" charset="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marL="0" lvl="0" indent="0" algn="l" defTabSz="1217054" rtl="0" eaLnBrk="1" fontAlgn="base" hangingPunct="1">
              <a:lnSpc>
                <a:spcPct val="90000"/>
              </a:lnSpc>
              <a:spcBef>
                <a:spcPts val="0"/>
              </a:spcBef>
              <a:spcAft>
                <a:spcPct val="0"/>
              </a:spcAft>
              <a:buClr>
                <a:schemeClr val="accent1"/>
              </a:buClr>
              <a:buSzPct val="90000"/>
              <a:buFont typeface="Wingdings" pitchFamily="2" charset="2"/>
              <a:buNone/>
            </a:pPr>
            <a:r>
              <a:rPr lang="en-US"/>
              <a:t>Click to edit Master text styles</a:t>
            </a:r>
          </a:p>
        </p:txBody>
      </p:sp>
      <p:sp>
        <p:nvSpPr>
          <p:cNvPr id="7" name="Date Placeholder 6"/>
          <p:cNvSpPr>
            <a:spLocks noGrp="1"/>
          </p:cNvSpPr>
          <p:nvPr>
            <p:ph type="dt" sz="half" idx="10"/>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8" name="Footer Placeholder 7"/>
          <p:cNvSpPr>
            <a:spLocks noGrp="1"/>
          </p:cNvSpPr>
          <p:nvPr>
            <p:ph type="ftr" sz="quarter" idx="11"/>
          </p:nvPr>
        </p:nvSpPr>
        <p:spPr/>
        <p:txBody>
          <a:bodyPr/>
          <a:lstStyle>
            <a:lvl1pPr>
              <a:defRPr>
                <a:gradFill>
                  <a:gsLst>
                    <a:gs pos="0">
                      <a:schemeClr val="bg1">
                        <a:lumMod val="65000"/>
                      </a:schemeClr>
                    </a:gs>
                    <a:gs pos="98000">
                      <a:schemeClr val="bg1">
                        <a:lumMod val="65000"/>
                      </a:schemeClr>
                    </a:gs>
                  </a:gsLst>
                  <a:lin ang="5400000" scaled="0"/>
                </a:gradFill>
              </a:defRPr>
            </a:lvl1pPr>
          </a:lstStyle>
          <a:p>
            <a:endParaRPr lang="en-US"/>
          </a:p>
        </p:txBody>
      </p:sp>
      <p:sp>
        <p:nvSpPr>
          <p:cNvPr id="9" name="Slide Number Placeholder 8"/>
          <p:cNvSpPr>
            <a:spLocks noGrp="1"/>
          </p:cNvSpPr>
          <p:nvPr>
            <p:ph type="sldNum" sz="quarter" idx="12"/>
          </p:nvPr>
        </p:nvSpPr>
        <p:spPr/>
        <p:txBody>
          <a:bodyPr/>
          <a:lstStyle>
            <a:lvl1pPr>
              <a:defRPr>
                <a:gradFill>
                  <a:gsLst>
                    <a:gs pos="0">
                      <a:schemeClr val="bg1">
                        <a:lumMod val="65000"/>
                      </a:schemeClr>
                    </a:gs>
                    <a:gs pos="98000">
                      <a:schemeClr val="bg1">
                        <a:lumMod val="65000"/>
                      </a:schemeClr>
                    </a:gs>
                  </a:gsLst>
                  <a:lin ang="5400000" scaled="0"/>
                </a:gradFill>
              </a:defRPr>
            </a:lvl1pPr>
          </a:lstStyle>
          <a:p>
            <a:fld id="{4CA37C95-3A7F-4C90-9D28-0B573484ACDD}" type="slidenum">
              <a:rPr lang="en-US" smtClean="0"/>
              <a:pPr/>
              <a:t>‹#›</a:t>
            </a:fld>
            <a:endParaRPr lang="en-US"/>
          </a:p>
        </p:txBody>
      </p:sp>
      <p:sp>
        <p:nvSpPr>
          <p:cNvPr id="11" name="Text Placeholder 10"/>
          <p:cNvSpPr>
            <a:spLocks noGrp="1"/>
          </p:cNvSpPr>
          <p:nvPr>
            <p:ph type="body" sz="quarter" idx="13"/>
          </p:nvPr>
        </p:nvSpPr>
        <p:spPr>
          <a:xfrm>
            <a:off x="520700" y="1927618"/>
            <a:ext cx="5486400" cy="154362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p:cNvSpPr>
            <a:spLocks noGrp="1"/>
          </p:cNvSpPr>
          <p:nvPr>
            <p:ph type="body" sz="quarter" idx="14"/>
          </p:nvPr>
        </p:nvSpPr>
        <p:spPr>
          <a:xfrm>
            <a:off x="6169152" y="1927618"/>
            <a:ext cx="5486400" cy="1543628"/>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p:txBody>
          <a:bodyPr/>
          <a:lstStyle/>
          <a:p>
            <a:r>
              <a:rPr lang="en-US"/>
              <a:t>Click to edit Master title style</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627" y="6610720"/>
            <a:ext cx="1219200" cy="201643"/>
          </a:xfrm>
          <a:prstGeom prst="rect">
            <a:avLst/>
          </a:prstGeom>
        </p:spPr>
      </p:pic>
    </p:spTree>
    <p:extLst>
      <p:ext uri="{BB962C8B-B14F-4D97-AF65-F5344CB8AC3E}">
        <p14:creationId xmlns:p14="http://schemas.microsoft.com/office/powerpoint/2010/main" val="119320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3632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Generic Section Divider">
    <p:bg bwMode="ltGray">
      <p:bgPr>
        <a:gradFill>
          <a:gsLst>
            <a:gs pos="0">
              <a:srgbClr val="123C63"/>
            </a:gs>
            <a:gs pos="100000">
              <a:srgbClr val="70808E"/>
            </a:gs>
          </a:gsLst>
          <a:lin ang="0" scaled="0"/>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black">
          <a:xfrm>
            <a:off x="627743" y="665835"/>
            <a:ext cx="10911627" cy="1185965"/>
          </a:xfrm>
          <a:noFill/>
        </p:spPr>
        <p:txBody>
          <a:bodyPr wrap="square" lIns="0" tIns="0" bIns="0" anchor="b" anchorCtr="0">
            <a:spAutoFit/>
          </a:bodyPr>
          <a:lstStyle>
            <a:lvl1pPr algn="l" defTabSz="1219170" rtl="0" eaLnBrk="1" latinLnBrk="0" hangingPunct="1">
              <a:lnSpc>
                <a:spcPct val="85000"/>
              </a:lnSpc>
              <a:spcBef>
                <a:spcPct val="0"/>
              </a:spcBef>
              <a:buNone/>
              <a:defRPr lang="en-US" sz="4533" b="1" kern="1200" spc="-67" baseline="0" dirty="0">
                <a:gradFill>
                  <a:gsLst>
                    <a:gs pos="1000">
                      <a:schemeClr val="bg1"/>
                    </a:gs>
                    <a:gs pos="99000">
                      <a:schemeClr val="bg1"/>
                    </a:gs>
                  </a:gsLst>
                  <a:lin ang="13200000" scaled="0"/>
                </a:gradFill>
                <a:latin typeface="Arial" panose="020B0604020202020204" pitchFamily="34" charset="0"/>
                <a:ea typeface="+mj-ea"/>
                <a:cs typeface="Arial" panose="020B0604020202020204" pitchFamily="34" charset="0"/>
              </a:defRPr>
            </a:lvl1pPr>
          </a:lstStyle>
          <a:p>
            <a:r>
              <a:rPr lang="en-US"/>
              <a:t>Click to edit </a:t>
            </a:r>
            <a:br>
              <a:rPr lang="en-US"/>
            </a:br>
            <a:r>
              <a:rPr lang="en-US"/>
              <a:t>master title style</a:t>
            </a:r>
          </a:p>
        </p:txBody>
      </p:sp>
      <p:sp>
        <p:nvSpPr>
          <p:cNvPr id="10" name="Subtitle 2"/>
          <p:cNvSpPr>
            <a:spLocks noGrp="1"/>
          </p:cNvSpPr>
          <p:nvPr>
            <p:ph type="subTitle" idx="1" hasCustomPrompt="1"/>
          </p:nvPr>
        </p:nvSpPr>
        <p:spPr>
          <a:xfrm>
            <a:off x="634915" y="2014530"/>
            <a:ext cx="7540983" cy="318100"/>
          </a:xfrm>
          <a:prstGeom prst="rect">
            <a:avLst/>
          </a:prstGeom>
        </p:spPr>
        <p:txBody>
          <a:bodyPr/>
          <a:lstStyle>
            <a:lvl1pPr marL="0" indent="0" algn="l" defTabSz="1219170" rtl="0" eaLnBrk="1" latinLnBrk="0" hangingPunct="1">
              <a:lnSpc>
                <a:spcPct val="100000"/>
              </a:lnSpc>
              <a:spcBef>
                <a:spcPct val="0"/>
              </a:spcBef>
              <a:buClr>
                <a:srgbClr val="00B7E6"/>
              </a:buClr>
              <a:buSzPct val="110000"/>
              <a:buFont typeface="Wingdings" panose="05000000000000000000" pitchFamily="2" charset="2"/>
              <a:buNone/>
              <a:defRPr lang="en-US" sz="1467" b="1" kern="1200" spc="0" baseline="0" dirty="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Text Placeholder 3"/>
          <p:cNvSpPr>
            <a:spLocks noGrp="1"/>
          </p:cNvSpPr>
          <p:nvPr>
            <p:ph type="body" sz="quarter" idx="10"/>
          </p:nvPr>
        </p:nvSpPr>
        <p:spPr>
          <a:xfrm>
            <a:off x="634915" y="2302589"/>
            <a:ext cx="7537077" cy="276999"/>
          </a:xfrm>
        </p:spPr>
        <p:txBody>
          <a:bodyPr vert="horz" wrap="square" lIns="0" tIns="45720" rIns="0" bIns="45720" rtlCol="0">
            <a:spAutoFit/>
          </a:bodyPr>
          <a:lstStyle>
            <a:lvl1pPr marL="230712" indent="-230712">
              <a:buNone/>
              <a:defRPr lang="en-US" sz="1200" b="0" i="1" kern="1200" spc="107" baseline="0" dirty="0" smtClean="0">
                <a:gradFill>
                  <a:gsLst>
                    <a:gs pos="12389">
                      <a:schemeClr val="bg1"/>
                    </a:gs>
                    <a:gs pos="34000">
                      <a:schemeClr val="bg1"/>
                    </a:gs>
                  </a:gsLst>
                  <a:lin ang="5400000" scaled="0"/>
                </a:gradFill>
                <a:latin typeface="Georgia" panose="02040502050405020303" pitchFamily="18" charset="0"/>
                <a:ea typeface="+mj-ea"/>
                <a:cs typeface="Arial" panose="020B0604020202020204" pitchFamily="34" charset="0"/>
              </a:defRPr>
            </a:lvl1pPr>
            <a:lvl2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2pPr>
            <a:lvl3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3pPr>
            <a:lvl4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4pPr>
            <a:lvl5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5pPr>
          </a:lstStyle>
          <a:p>
            <a:pPr marL="0" lvl="0" indent="0">
              <a:lnSpc>
                <a:spcPct val="100000"/>
              </a:lnSpc>
              <a:spcBef>
                <a:spcPct val="0"/>
              </a:spcBef>
            </a:pPr>
            <a:r>
              <a:rPr lang="en-US"/>
              <a:t>Click to edit Master text styles</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6854" y="6266992"/>
            <a:ext cx="1072772" cy="279584"/>
          </a:xfrm>
          <a:prstGeom prst="rect">
            <a:avLst/>
          </a:prstGeom>
        </p:spPr>
      </p:pic>
      <p:grpSp>
        <p:nvGrpSpPr>
          <p:cNvPr id="8" name="RGB Color Values" hidden="1"/>
          <p:cNvGrpSpPr/>
          <p:nvPr userDrawn="1"/>
        </p:nvGrpSpPr>
        <p:grpSpPr>
          <a:xfrm>
            <a:off x="0" y="-1524000"/>
            <a:ext cx="12192000" cy="9533467"/>
            <a:chOff x="0" y="-1143000"/>
            <a:chExt cx="9144000" cy="715010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143000"/>
              <a:ext cx="409575" cy="876300"/>
            </a:xfrm>
            <a:prstGeom prst="rect">
              <a:avLst/>
            </a:prstGeom>
          </p:spPr>
        </p:pic>
        <p:pic>
          <p:nvPicPr>
            <p:cNvPr id="5" name="Picture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48162" y="-1143000"/>
              <a:ext cx="447675" cy="942975"/>
            </a:xfrm>
            <a:prstGeom prst="rect">
              <a:avLst/>
            </a:prstGeom>
          </p:spPr>
        </p:pic>
        <p:pic>
          <p:nvPicPr>
            <p:cNvPr id="6" name="Picture 5"/>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82050" y="-1123950"/>
              <a:ext cx="361950" cy="923925"/>
            </a:xfrm>
            <a:prstGeom prst="rect">
              <a:avLst/>
            </a:prstGeom>
          </p:spPr>
        </p:pic>
        <p:pic>
          <p:nvPicPr>
            <p:cNvPr id="7" name="Pictur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67099" y="5511800"/>
              <a:ext cx="2047875" cy="495300"/>
            </a:xfrm>
            <a:prstGeom prst="rect">
              <a:avLst/>
            </a:prstGeom>
          </p:spPr>
        </p:pic>
      </p:grpSp>
      <p:grpSp>
        <p:nvGrpSpPr>
          <p:cNvPr id="12" name="Group 11" hidden="1"/>
          <p:cNvGrpSpPr/>
          <p:nvPr userDrawn="1"/>
        </p:nvGrpSpPr>
        <p:grpSpPr>
          <a:xfrm>
            <a:off x="12616" y="-1523999"/>
            <a:ext cx="12179385" cy="1282700"/>
            <a:chOff x="9461" y="-1143000"/>
            <a:chExt cx="9134539" cy="962025"/>
          </a:xfrm>
        </p:grpSpPr>
        <p:pic>
          <p:nvPicPr>
            <p:cNvPr id="9" name="Picture 8"/>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461" y="-1143000"/>
              <a:ext cx="466725" cy="962025"/>
            </a:xfrm>
            <a:prstGeom prst="rect">
              <a:avLst/>
            </a:prstGeom>
          </p:spPr>
        </p:pic>
        <p:pic>
          <p:nvPicPr>
            <p:cNvPr id="11" name="Picture 10"/>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667750" y="-1095375"/>
              <a:ext cx="476250" cy="914400"/>
            </a:xfrm>
            <a:prstGeom prst="rect">
              <a:avLst/>
            </a:prstGeom>
          </p:spPr>
        </p:pic>
      </p:grpSp>
      <p:grpSp>
        <p:nvGrpSpPr>
          <p:cNvPr id="16" name="Group 15" hidden="1"/>
          <p:cNvGrpSpPr/>
          <p:nvPr userDrawn="1"/>
        </p:nvGrpSpPr>
        <p:grpSpPr>
          <a:xfrm>
            <a:off x="-38099" y="-1524000"/>
            <a:ext cx="12230100" cy="1244600"/>
            <a:chOff x="-28575" y="-1143000"/>
            <a:chExt cx="9172575" cy="933450"/>
          </a:xfrm>
        </p:grpSpPr>
        <p:pic>
          <p:nvPicPr>
            <p:cNvPr id="14" name="Picture 13"/>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575" y="-1143000"/>
              <a:ext cx="438150" cy="933450"/>
            </a:xfrm>
            <a:prstGeom prst="rect">
              <a:avLst/>
            </a:prstGeom>
          </p:spPr>
        </p:pic>
        <p:pic>
          <p:nvPicPr>
            <p:cNvPr id="15" name="Picture 14"/>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8715375" y="-1114425"/>
              <a:ext cx="428625" cy="904875"/>
            </a:xfrm>
            <a:prstGeom prst="rect">
              <a:avLst/>
            </a:prstGeom>
          </p:spPr>
        </p:pic>
      </p:grpSp>
    </p:spTree>
    <p:extLst>
      <p:ext uri="{BB962C8B-B14F-4D97-AF65-F5344CB8AC3E}">
        <p14:creationId xmlns:p14="http://schemas.microsoft.com/office/powerpoint/2010/main" val="40013576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7_Presentation Cover">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5" name="Group 24"/>
          <p:cNvGrpSpPr/>
          <p:nvPr userDrawn="1"/>
        </p:nvGrpSpPr>
        <p:grpSpPr>
          <a:xfrm>
            <a:off x="482600" y="2638818"/>
            <a:ext cx="11226800" cy="4102273"/>
            <a:chOff x="298015" y="1979113"/>
            <a:chExt cx="8420100" cy="3076705"/>
          </a:xfrm>
        </p:grpSpPr>
        <p:grpSp>
          <p:nvGrpSpPr>
            <p:cNvPr id="26" name="Group 25"/>
            <p:cNvGrpSpPr/>
            <p:nvPr userDrawn="1"/>
          </p:nvGrpSpPr>
          <p:grpSpPr>
            <a:xfrm>
              <a:off x="298015" y="4340425"/>
              <a:ext cx="8420100" cy="715393"/>
              <a:chOff x="298015" y="4340425"/>
              <a:chExt cx="8420100" cy="715393"/>
            </a:xfrm>
          </p:grpSpPr>
          <p:sp>
            <p:nvSpPr>
              <p:cNvPr id="28" name="Text Box 3"/>
              <p:cNvSpPr txBox="1">
                <a:spLocks noChangeArrowheads="1"/>
              </p:cNvSpPr>
              <p:nvPr userDrawn="1"/>
            </p:nvSpPr>
            <p:spPr bwMode="blackWhite">
              <a:xfrm>
                <a:off x="298015" y="4698033"/>
                <a:ext cx="8420100" cy="357785"/>
              </a:xfrm>
              <a:prstGeom prst="rect">
                <a:avLst/>
              </a:prstGeom>
              <a:noFill/>
              <a:ln w="12700">
                <a:noFill/>
                <a:miter lim="800000"/>
                <a:headEnd type="none" w="sm" len="sm"/>
                <a:tailEnd type="none" w="sm" len="sm"/>
              </a:ln>
              <a:effectLst/>
            </p:spPr>
            <p:txBody>
              <a:bodyPr wrap="square" lIns="0" tIns="45713" rIns="0" bIns="182880" anchor="b" anchorCtr="0">
                <a:spAutoFit/>
              </a:bodyPr>
              <a:lstStyle/>
              <a:p>
                <a:pPr algn="ctr" defTabSz="1218768" eaLnBrk="0" hangingPunct="0">
                  <a:defRPr/>
                </a:pPr>
                <a:r>
                  <a:rPr lang="en-US" sz="800">
                    <a:gradFill>
                      <a:gsLst>
                        <a:gs pos="5417">
                          <a:schemeClr val="bg1"/>
                        </a:gs>
                        <a:gs pos="13333">
                          <a:schemeClr val="bg1"/>
                        </a:gs>
                      </a:gsLst>
                      <a:lin ang="5400000" scaled="0"/>
                    </a:gradFill>
                    <a:latin typeface="Arial" panose="020B0604020202020204" pitchFamily="34" charset="0"/>
                    <a:cs typeface="Arial" panose="020B0604020202020204" pitchFamily="34" charset="0"/>
                  </a:rPr>
                  <a:t>© 2015 Slalom, LLC. All rights reserved. The information herein is for informational purposes only and represents the current view of Slalom, LLC. as of the date of this presentation.</a:t>
                </a:r>
                <a:br>
                  <a:rPr lang="en-US" sz="800">
                    <a:gradFill>
                      <a:gsLst>
                        <a:gs pos="5417">
                          <a:schemeClr val="bg1"/>
                        </a:gs>
                        <a:gs pos="13333">
                          <a:schemeClr val="bg1"/>
                        </a:gs>
                      </a:gsLst>
                      <a:lin ang="5400000" scaled="0"/>
                    </a:gradFill>
                    <a:latin typeface="Arial" panose="020B0604020202020204" pitchFamily="34" charset="0"/>
                    <a:cs typeface="Arial" panose="020B0604020202020204" pitchFamily="34" charset="0"/>
                  </a:rPr>
                </a:br>
                <a:r>
                  <a:rPr lang="en-US" sz="800">
                    <a:gradFill>
                      <a:gsLst>
                        <a:gs pos="5417">
                          <a:schemeClr val="bg1"/>
                        </a:gs>
                        <a:gs pos="13333">
                          <a:schemeClr val="bg1"/>
                        </a:gs>
                      </a:gsLst>
                      <a:lin ang="5400000" scaled="0"/>
                    </a:gradFill>
                    <a:latin typeface="Arial" panose="020B0604020202020204" pitchFamily="34" charset="0"/>
                    <a:cs typeface="Arial" panose="020B0604020202020204" pitchFamily="34" charset="0"/>
                  </a:rPr>
                  <a:t>SLALOM MAKES NO WARRANTIES, EXPRESS, IMPLIED, OR STATUTORY, AS TO THE INFORMATION IN THIS PRESENTATION.</a:t>
                </a:r>
              </a:p>
            </p:txBody>
          </p:sp>
          <p:sp>
            <p:nvSpPr>
              <p:cNvPr id="29" name="TextBox 28"/>
              <p:cNvSpPr txBox="1"/>
              <p:nvPr userDrawn="1"/>
            </p:nvSpPr>
            <p:spPr>
              <a:xfrm>
                <a:off x="3555758" y="4340425"/>
                <a:ext cx="1904614" cy="315423"/>
              </a:xfrm>
              <a:prstGeom prst="rect">
                <a:avLst/>
              </a:prstGeom>
              <a:noFill/>
            </p:spPr>
            <p:txBody>
              <a:bodyPr wrap="square" lIns="45720" tIns="0" rIns="0" bIns="91440">
                <a:spAutoFit/>
              </a:bodyPr>
              <a:lstStyle/>
              <a:p>
                <a:pPr algn="ctr" defTabSz="1219120">
                  <a:defRPr/>
                </a:pPr>
                <a:r>
                  <a:rPr lang="en-US" sz="2133" b="1" spc="200">
                    <a:gradFill>
                      <a:gsLst>
                        <a:gs pos="78058">
                          <a:schemeClr val="bg1"/>
                        </a:gs>
                        <a:gs pos="73333">
                          <a:schemeClr val="bg1"/>
                        </a:gs>
                      </a:gsLst>
                      <a:lin ang="5400000" scaled="0"/>
                    </a:gradFill>
                  </a:rPr>
                  <a:t>slalom.com</a:t>
                </a:r>
              </a:p>
            </p:txBody>
          </p:sp>
        </p:grpSp>
        <p:pic>
          <p:nvPicPr>
            <p:cNvPr id="27" name="Picture 2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20997" y="1979113"/>
              <a:ext cx="3374136" cy="879360"/>
            </a:xfrm>
            <a:prstGeom prst="rect">
              <a:avLst/>
            </a:prstGeom>
            <a:noFill/>
            <a:ln>
              <a:noFill/>
            </a:ln>
          </p:spPr>
        </p:pic>
      </p:grpSp>
    </p:spTree>
    <p:extLst>
      <p:ext uri="{BB962C8B-B14F-4D97-AF65-F5344CB8AC3E}">
        <p14:creationId xmlns:p14="http://schemas.microsoft.com/office/powerpoint/2010/main" val="9051360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4_Brand">
    <p:bg>
      <p:bgPr>
        <a:solidFill>
          <a:srgbClr val="0072C8"/>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482600" y="2638818"/>
            <a:ext cx="11226800" cy="4102273"/>
            <a:chOff x="298015" y="1979113"/>
            <a:chExt cx="8420100" cy="3076705"/>
          </a:xfrm>
        </p:grpSpPr>
        <p:grpSp>
          <p:nvGrpSpPr>
            <p:cNvPr id="8" name="Group 7"/>
            <p:cNvGrpSpPr/>
            <p:nvPr userDrawn="1"/>
          </p:nvGrpSpPr>
          <p:grpSpPr>
            <a:xfrm>
              <a:off x="298015" y="4340425"/>
              <a:ext cx="8420100" cy="715393"/>
              <a:chOff x="298015" y="4340425"/>
              <a:chExt cx="8420100" cy="715393"/>
            </a:xfrm>
          </p:grpSpPr>
          <p:sp>
            <p:nvSpPr>
              <p:cNvPr id="10" name="Text Box 3"/>
              <p:cNvSpPr txBox="1">
                <a:spLocks noChangeArrowheads="1"/>
              </p:cNvSpPr>
              <p:nvPr userDrawn="1"/>
            </p:nvSpPr>
            <p:spPr bwMode="blackWhite">
              <a:xfrm>
                <a:off x="298015" y="4698033"/>
                <a:ext cx="8420100" cy="357785"/>
              </a:xfrm>
              <a:prstGeom prst="rect">
                <a:avLst/>
              </a:prstGeom>
              <a:noFill/>
              <a:ln w="12700">
                <a:noFill/>
                <a:miter lim="800000"/>
                <a:headEnd type="none" w="sm" len="sm"/>
                <a:tailEnd type="none" w="sm" len="sm"/>
              </a:ln>
              <a:effectLst/>
            </p:spPr>
            <p:txBody>
              <a:bodyPr wrap="square" lIns="0" tIns="45713" rIns="0" bIns="182880" anchor="b" anchorCtr="0">
                <a:spAutoFit/>
              </a:bodyPr>
              <a:lstStyle/>
              <a:p>
                <a:pPr algn="ctr" defTabSz="1218768" eaLnBrk="0" hangingPunct="0">
                  <a:defRPr/>
                </a:pPr>
                <a:r>
                  <a:rPr lang="en-US" sz="800">
                    <a:gradFill>
                      <a:gsLst>
                        <a:gs pos="5417">
                          <a:schemeClr val="bg1"/>
                        </a:gs>
                        <a:gs pos="13333">
                          <a:schemeClr val="bg1"/>
                        </a:gs>
                      </a:gsLst>
                      <a:lin ang="5400000" scaled="0"/>
                    </a:gradFill>
                    <a:latin typeface="Arial" panose="020B0604020202020204" pitchFamily="34" charset="0"/>
                    <a:cs typeface="Arial" panose="020B0604020202020204" pitchFamily="34" charset="0"/>
                  </a:rPr>
                  <a:t>© 2015 Slalom, LLC. All rights reserved. The information herein is for informational purposes only and represents the current view of Slalom, LLC. as of the date of this presentation.</a:t>
                </a:r>
                <a:br>
                  <a:rPr lang="en-US" sz="800">
                    <a:gradFill>
                      <a:gsLst>
                        <a:gs pos="5417">
                          <a:schemeClr val="bg1"/>
                        </a:gs>
                        <a:gs pos="13333">
                          <a:schemeClr val="bg1"/>
                        </a:gs>
                      </a:gsLst>
                      <a:lin ang="5400000" scaled="0"/>
                    </a:gradFill>
                    <a:latin typeface="Arial" panose="020B0604020202020204" pitchFamily="34" charset="0"/>
                    <a:cs typeface="Arial" panose="020B0604020202020204" pitchFamily="34" charset="0"/>
                  </a:rPr>
                </a:br>
                <a:r>
                  <a:rPr lang="en-US" sz="800">
                    <a:gradFill>
                      <a:gsLst>
                        <a:gs pos="5417">
                          <a:schemeClr val="bg1"/>
                        </a:gs>
                        <a:gs pos="13333">
                          <a:schemeClr val="bg1"/>
                        </a:gs>
                      </a:gsLst>
                      <a:lin ang="5400000" scaled="0"/>
                    </a:gradFill>
                    <a:latin typeface="Arial" panose="020B0604020202020204" pitchFamily="34" charset="0"/>
                    <a:cs typeface="Arial" panose="020B0604020202020204" pitchFamily="34" charset="0"/>
                  </a:rPr>
                  <a:t>SLALOM MAKES NO WARRANTIES, EXPRESS, IMPLIED, OR STATUTORY, AS TO THE INFORMATION IN THIS PRESENTATION.</a:t>
                </a:r>
              </a:p>
            </p:txBody>
          </p:sp>
          <p:sp>
            <p:nvSpPr>
              <p:cNvPr id="12" name="TextBox 11"/>
              <p:cNvSpPr txBox="1"/>
              <p:nvPr userDrawn="1"/>
            </p:nvSpPr>
            <p:spPr>
              <a:xfrm>
                <a:off x="3555758" y="4340425"/>
                <a:ext cx="1904614" cy="315423"/>
              </a:xfrm>
              <a:prstGeom prst="rect">
                <a:avLst/>
              </a:prstGeom>
              <a:noFill/>
            </p:spPr>
            <p:txBody>
              <a:bodyPr wrap="square" lIns="45720" tIns="0" rIns="0" bIns="91440">
                <a:spAutoFit/>
              </a:bodyPr>
              <a:lstStyle/>
              <a:p>
                <a:pPr algn="ctr" defTabSz="1219120">
                  <a:defRPr/>
                </a:pPr>
                <a:r>
                  <a:rPr lang="en-US" sz="2133" b="1" spc="200">
                    <a:gradFill>
                      <a:gsLst>
                        <a:gs pos="78058">
                          <a:schemeClr val="bg1"/>
                        </a:gs>
                        <a:gs pos="73333">
                          <a:schemeClr val="bg1"/>
                        </a:gs>
                      </a:gsLst>
                      <a:lin ang="5400000" scaled="0"/>
                    </a:gradFill>
                  </a:rPr>
                  <a:t>slalom.com</a:t>
                </a:r>
              </a:p>
            </p:txBody>
          </p:sp>
        </p:gr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20997" y="1979113"/>
              <a:ext cx="3374136" cy="879360"/>
            </a:xfrm>
            <a:prstGeom prst="rect">
              <a:avLst/>
            </a:prstGeom>
            <a:noFill/>
            <a:ln>
              <a:noFill/>
            </a:ln>
          </p:spPr>
        </p:pic>
      </p:grpSp>
    </p:spTree>
    <p:extLst>
      <p:ext uri="{BB962C8B-B14F-4D97-AF65-F5344CB8AC3E}">
        <p14:creationId xmlns:p14="http://schemas.microsoft.com/office/powerpoint/2010/main" val="3399113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Bran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913704" y="2629694"/>
            <a:ext cx="10364592" cy="4111397"/>
            <a:chOff x="1278928" y="1972270"/>
            <a:chExt cx="7773444" cy="3083548"/>
          </a:xfrm>
        </p:grpSpPr>
        <p:sp>
          <p:nvSpPr>
            <p:cNvPr id="5" name="Text Box 3"/>
            <p:cNvSpPr txBox="1">
              <a:spLocks noChangeArrowheads="1"/>
            </p:cNvSpPr>
            <p:nvPr userDrawn="1"/>
          </p:nvSpPr>
          <p:spPr bwMode="blackWhite">
            <a:xfrm>
              <a:off x="1278928" y="4698033"/>
              <a:ext cx="7773444" cy="357785"/>
            </a:xfrm>
            <a:prstGeom prst="rect">
              <a:avLst/>
            </a:prstGeom>
            <a:noFill/>
            <a:ln w="12700">
              <a:noFill/>
              <a:miter lim="800000"/>
              <a:headEnd type="none" w="sm" len="sm"/>
              <a:tailEnd type="none" w="sm" len="sm"/>
            </a:ln>
            <a:effectLst/>
          </p:spPr>
          <p:txBody>
            <a:bodyPr wrap="square" lIns="91425" tIns="45713" rIns="0" bIns="182880" anchor="b" anchorCtr="0">
              <a:spAutoFit/>
            </a:bodyPr>
            <a:lstStyle/>
            <a:p>
              <a:pPr algn="ctr" defTabSz="1218768" eaLnBrk="0" hangingPunct="0">
                <a:defRPr/>
              </a:pPr>
              <a:r>
                <a:rPr lang="en-US" sz="800">
                  <a:gradFill>
                    <a:gsLst>
                      <a:gs pos="0">
                        <a:schemeClr val="accent2"/>
                      </a:gs>
                      <a:gs pos="100000">
                        <a:schemeClr val="accent2"/>
                      </a:gs>
                    </a:gsLst>
                    <a:lin ang="5400000" scaled="1"/>
                  </a:gradFill>
                  <a:latin typeface="Arial" panose="020B0604020202020204" pitchFamily="34" charset="0"/>
                  <a:cs typeface="Arial" panose="020B0604020202020204" pitchFamily="34" charset="0"/>
                </a:rPr>
                <a:t>© 2015 Slalom, LLC. All rights reserved. The information herein is for informational purposes only and represents the current view of Slalom, LLC. as of the date of this presentation.</a:t>
              </a:r>
              <a:br>
                <a:rPr lang="en-US" sz="800">
                  <a:gradFill>
                    <a:gsLst>
                      <a:gs pos="0">
                        <a:schemeClr val="accent2"/>
                      </a:gs>
                      <a:gs pos="100000">
                        <a:schemeClr val="accent2"/>
                      </a:gs>
                    </a:gsLst>
                    <a:lin ang="5400000" scaled="1"/>
                  </a:gradFill>
                  <a:latin typeface="Arial" panose="020B0604020202020204" pitchFamily="34" charset="0"/>
                  <a:cs typeface="Arial" panose="020B0604020202020204" pitchFamily="34" charset="0"/>
                </a:rPr>
              </a:br>
              <a:r>
                <a:rPr lang="en-US" sz="800">
                  <a:gradFill>
                    <a:gsLst>
                      <a:gs pos="0">
                        <a:schemeClr val="accent2"/>
                      </a:gs>
                      <a:gs pos="100000">
                        <a:schemeClr val="accent2"/>
                      </a:gs>
                    </a:gsLst>
                    <a:lin ang="5400000" scaled="1"/>
                  </a:gradFill>
                  <a:latin typeface="Arial" panose="020B0604020202020204" pitchFamily="34" charset="0"/>
                  <a:cs typeface="Arial" panose="020B0604020202020204" pitchFamily="34" charset="0"/>
                </a:rPr>
                <a:t>SLALOM MAKES NO WARRANTIES, EXPRESS, IMPLIED, OR STATUTORY, AS TO THE INFORMATION IN THIS PRESENTATION.</a:t>
              </a:r>
            </a:p>
          </p:txBody>
        </p:sp>
        <p:sp>
          <p:nvSpPr>
            <p:cNvPr id="7" name="TextBox 6"/>
            <p:cNvSpPr txBox="1"/>
            <p:nvPr userDrawn="1"/>
          </p:nvSpPr>
          <p:spPr>
            <a:xfrm>
              <a:off x="4286480" y="4240217"/>
              <a:ext cx="1758341" cy="315423"/>
            </a:xfrm>
            <a:prstGeom prst="rect">
              <a:avLst/>
            </a:prstGeom>
            <a:noFill/>
          </p:spPr>
          <p:txBody>
            <a:bodyPr wrap="square" lIns="45720" tIns="0" rIns="0" bIns="91440">
              <a:spAutoFit/>
            </a:bodyPr>
            <a:lstStyle/>
            <a:p>
              <a:pPr algn="ctr" defTabSz="1219120">
                <a:defRPr/>
              </a:pPr>
              <a:r>
                <a:rPr lang="en-US" sz="2133" b="1" spc="200">
                  <a:gradFill>
                    <a:gsLst>
                      <a:gs pos="0">
                        <a:schemeClr val="accent2"/>
                      </a:gs>
                      <a:gs pos="100000">
                        <a:schemeClr val="accent2"/>
                      </a:gs>
                    </a:gsLst>
                    <a:lin ang="5400000" scaled="1"/>
                  </a:gradFill>
                </a:rPr>
                <a:t>slalom.com</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78582" y="1972270"/>
              <a:ext cx="3374136" cy="878439"/>
            </a:xfrm>
            <a:prstGeom prst="rect">
              <a:avLst/>
            </a:prstGeom>
            <a:noFill/>
            <a:ln>
              <a:noFill/>
            </a:ln>
          </p:spPr>
        </p:pic>
      </p:grpSp>
    </p:spTree>
    <p:extLst>
      <p:ext uri="{BB962C8B-B14F-4D97-AF65-F5344CB8AC3E}">
        <p14:creationId xmlns:p14="http://schemas.microsoft.com/office/powerpoint/2010/main" val="644789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0_Presentation Cover">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black">
          <a:xfrm>
            <a:off x="627745" y="577605"/>
            <a:ext cx="10911627" cy="1274195"/>
          </a:xfrm>
          <a:noFill/>
        </p:spPr>
        <p:txBody>
          <a:bodyPr wrap="square" lIns="0" tIns="0" bIns="0" anchor="b" anchorCtr="0">
            <a:spAutoFit/>
          </a:bodyPr>
          <a:lstStyle>
            <a:lvl1pPr algn="l" defTabSz="1219110" rtl="0" eaLnBrk="1" latinLnBrk="0" hangingPunct="1">
              <a:lnSpc>
                <a:spcPct val="85000"/>
              </a:lnSpc>
              <a:spcBef>
                <a:spcPct val="0"/>
              </a:spcBef>
              <a:buNone/>
              <a:defRPr lang="en-US" sz="4800" b="1" kern="1200" spc="-67" baseline="0" dirty="0">
                <a:gradFill>
                  <a:gsLst>
                    <a:gs pos="1000">
                      <a:schemeClr val="bg1"/>
                    </a:gs>
                    <a:gs pos="99000">
                      <a:schemeClr val="bg1"/>
                    </a:gs>
                  </a:gsLst>
                  <a:lin ang="13200000" scaled="0"/>
                </a:gradFill>
                <a:latin typeface="Arial" panose="020B0604020202020204" pitchFamily="34" charset="0"/>
                <a:ea typeface="+mj-ea"/>
                <a:cs typeface="Arial" panose="020B0604020202020204" pitchFamily="34" charset="0"/>
              </a:defRPr>
            </a:lvl1pPr>
          </a:lstStyle>
          <a:p>
            <a:r>
              <a:rPr lang="en-US"/>
              <a:t>Click to edit </a:t>
            </a:r>
            <a:br>
              <a:rPr lang="en-US"/>
            </a:br>
            <a:r>
              <a:rPr lang="en-US"/>
              <a:t>master title style</a:t>
            </a:r>
          </a:p>
        </p:txBody>
      </p:sp>
      <p:sp>
        <p:nvSpPr>
          <p:cNvPr id="10" name="Subtitle 2"/>
          <p:cNvSpPr>
            <a:spLocks noGrp="1"/>
          </p:cNvSpPr>
          <p:nvPr>
            <p:ph type="subTitle" idx="1" hasCustomPrompt="1"/>
          </p:nvPr>
        </p:nvSpPr>
        <p:spPr>
          <a:xfrm>
            <a:off x="634918" y="2014532"/>
            <a:ext cx="7540983" cy="318096"/>
          </a:xfrm>
          <a:prstGeom prst="rect">
            <a:avLst/>
          </a:prstGeom>
        </p:spPr>
        <p:txBody>
          <a:bodyPr/>
          <a:lstStyle>
            <a:lvl1pPr marL="0" indent="0" algn="l" defTabSz="1219110" rtl="0" eaLnBrk="1" latinLnBrk="0" hangingPunct="1">
              <a:lnSpc>
                <a:spcPct val="100000"/>
              </a:lnSpc>
              <a:spcBef>
                <a:spcPct val="0"/>
              </a:spcBef>
              <a:buClr>
                <a:srgbClr val="00B7E6"/>
              </a:buClr>
              <a:buSzPct val="110000"/>
              <a:buFont typeface="Wingdings" panose="05000000000000000000" pitchFamily="2" charset="2"/>
              <a:buNone/>
              <a:defRPr lang="en-US" sz="1467" b="1" kern="1200" spc="0" baseline="0" dirty="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1pPr>
            <a:lvl2pPr marL="609555" indent="0" algn="ctr">
              <a:buNone/>
              <a:defRPr>
                <a:solidFill>
                  <a:schemeClr val="tx1">
                    <a:tint val="75000"/>
                  </a:schemeClr>
                </a:solidFill>
              </a:defRPr>
            </a:lvl2pPr>
            <a:lvl3pPr marL="1219110" indent="0" algn="ctr">
              <a:buNone/>
              <a:defRPr>
                <a:solidFill>
                  <a:schemeClr val="tx1">
                    <a:tint val="75000"/>
                  </a:schemeClr>
                </a:solidFill>
              </a:defRPr>
            </a:lvl3pPr>
            <a:lvl4pPr marL="1828664" indent="0" algn="ctr">
              <a:buNone/>
              <a:defRPr>
                <a:solidFill>
                  <a:schemeClr val="tx1">
                    <a:tint val="75000"/>
                  </a:schemeClr>
                </a:solidFill>
              </a:defRPr>
            </a:lvl4pPr>
            <a:lvl5pPr marL="2438218" indent="0" algn="ctr">
              <a:buNone/>
              <a:defRPr>
                <a:solidFill>
                  <a:schemeClr val="tx1">
                    <a:tint val="75000"/>
                  </a:schemeClr>
                </a:solidFill>
              </a:defRPr>
            </a:lvl5pPr>
            <a:lvl6pPr marL="3047772" indent="0" algn="ctr">
              <a:buNone/>
              <a:defRPr>
                <a:solidFill>
                  <a:schemeClr val="tx1">
                    <a:tint val="75000"/>
                  </a:schemeClr>
                </a:solidFill>
              </a:defRPr>
            </a:lvl6pPr>
            <a:lvl7pPr marL="3657327" indent="0" algn="ctr">
              <a:buNone/>
              <a:defRPr>
                <a:solidFill>
                  <a:schemeClr val="tx1">
                    <a:tint val="75000"/>
                  </a:schemeClr>
                </a:solidFill>
              </a:defRPr>
            </a:lvl7pPr>
            <a:lvl8pPr marL="4266880" indent="0" algn="ctr">
              <a:buNone/>
              <a:defRPr>
                <a:solidFill>
                  <a:schemeClr val="tx1">
                    <a:tint val="75000"/>
                  </a:schemeClr>
                </a:solidFill>
              </a:defRPr>
            </a:lvl8pPr>
            <a:lvl9pPr marL="4876435" indent="0" algn="ctr">
              <a:buNone/>
              <a:defRPr>
                <a:solidFill>
                  <a:schemeClr val="tx1">
                    <a:tint val="75000"/>
                  </a:schemeClr>
                </a:solidFill>
              </a:defRPr>
            </a:lvl9pPr>
          </a:lstStyle>
          <a:p>
            <a:r>
              <a:rPr lang="en-US"/>
              <a:t>CLICK TO EDIT MASTER SUBTITLE STYLE</a:t>
            </a:r>
          </a:p>
        </p:txBody>
      </p:sp>
      <p:sp>
        <p:nvSpPr>
          <p:cNvPr id="4" name="Text Placeholder 3"/>
          <p:cNvSpPr>
            <a:spLocks noGrp="1"/>
          </p:cNvSpPr>
          <p:nvPr>
            <p:ph type="body" sz="quarter" idx="10"/>
          </p:nvPr>
        </p:nvSpPr>
        <p:spPr>
          <a:xfrm>
            <a:off x="634916" y="2302589"/>
            <a:ext cx="7537077" cy="276995"/>
          </a:xfrm>
        </p:spPr>
        <p:txBody>
          <a:bodyPr vert="horz" wrap="square" lIns="0" tIns="45718" rIns="0" bIns="45718" rtlCol="0">
            <a:spAutoFit/>
          </a:bodyPr>
          <a:lstStyle>
            <a:lvl1pPr marL="230701" indent="-230701">
              <a:buNone/>
              <a:defRPr lang="en-US" sz="1200" b="0" i="1" kern="1200" spc="107" baseline="0" dirty="0" smtClean="0">
                <a:gradFill>
                  <a:gsLst>
                    <a:gs pos="12389">
                      <a:schemeClr val="bg1"/>
                    </a:gs>
                    <a:gs pos="34000">
                      <a:schemeClr val="bg1"/>
                    </a:gs>
                  </a:gsLst>
                  <a:lin ang="5400000" scaled="0"/>
                </a:gradFill>
                <a:latin typeface="Georgia" panose="02040502050405020303" pitchFamily="18" charset="0"/>
                <a:ea typeface="+mj-ea"/>
                <a:cs typeface="Arial" panose="020B0604020202020204" pitchFamily="34" charset="0"/>
              </a:defRPr>
            </a:lvl1pPr>
            <a:lvl2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2pPr>
            <a:lvl3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3pPr>
            <a:lvl4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4pPr>
            <a:lvl5pPr>
              <a:defRPr lang="en-US" sz="1600" b="0" kern="1200" spc="0" baseline="0" dirty="0" smtClean="0">
                <a:gradFill>
                  <a:gsLst>
                    <a:gs pos="12389">
                      <a:schemeClr val="bg1"/>
                    </a:gs>
                    <a:gs pos="34000">
                      <a:schemeClr val="bg1"/>
                    </a:gs>
                  </a:gsLst>
                  <a:lin ang="5400000" scaled="0"/>
                </a:gradFill>
                <a:latin typeface="Arial" panose="020B0604020202020204" pitchFamily="34" charset="0"/>
                <a:ea typeface="+mj-ea"/>
                <a:cs typeface="Arial" panose="020B0604020202020204" pitchFamily="34" charset="0"/>
              </a:defRPr>
            </a:lvl5pPr>
          </a:lstStyle>
          <a:p>
            <a:pPr marL="0" lvl="0" indent="0">
              <a:lnSpc>
                <a:spcPct val="100000"/>
              </a:lnSpc>
              <a:spcBef>
                <a:spcPct val="0"/>
              </a:spcBef>
            </a:pPr>
            <a:r>
              <a:rPr lang="en-US"/>
              <a:t>Click to edit Master text styles</a:t>
            </a:r>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806855" y="6266992"/>
            <a:ext cx="1072772" cy="279584"/>
          </a:xfrm>
          <a:prstGeom prst="rect">
            <a:avLst/>
          </a:prstGeom>
        </p:spPr>
      </p:pic>
    </p:spTree>
    <p:extLst>
      <p:ext uri="{BB962C8B-B14F-4D97-AF65-F5344CB8AC3E}">
        <p14:creationId xmlns:p14="http://schemas.microsoft.com/office/powerpoint/2010/main" val="26270861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Basic 1">
    <p:bg>
      <p:bgPr>
        <a:solidFill>
          <a:srgbClr val="FFFFFF"/>
        </a:solidFill>
        <a:effectLst/>
      </p:bgPr>
    </p:bg>
    <p:spTree>
      <p:nvGrpSpPr>
        <p:cNvPr id="1" name=""/>
        <p:cNvGrpSpPr/>
        <p:nvPr/>
      </p:nvGrpSpPr>
      <p:grpSpPr>
        <a:xfrm>
          <a:off x="0" y="0"/>
          <a:ext cx="0" cy="0"/>
          <a:chOff x="0" y="0"/>
          <a:chExt cx="0" cy="0"/>
        </a:xfrm>
      </p:grpSpPr>
      <p:sp>
        <p:nvSpPr>
          <p:cNvPr id="16" name="Slide Number Placeholder 5"/>
          <p:cNvSpPr>
            <a:spLocks noGrp="1"/>
          </p:cNvSpPr>
          <p:nvPr>
            <p:ph type="sldNum" sz="quarter" idx="12"/>
          </p:nvPr>
        </p:nvSpPr>
        <p:spPr>
          <a:xfrm>
            <a:off x="11377781" y="6462847"/>
            <a:ext cx="431079" cy="268224"/>
          </a:xfrm>
        </p:spPr>
        <p:txBody>
          <a:bodyPr lIns="0" tIns="0" rIns="0" bIns="0"/>
          <a:lstStyle>
            <a:lvl1pPr algn="r">
              <a:defRPr lang="en-US" sz="800" smtClean="0"/>
            </a:lvl1pPr>
          </a:lstStyle>
          <a:p>
            <a:fld id="{FCEE2C88-6C8F-484D-AF69-578F576B1F44}" type="slidenum">
              <a:rPr lang="en-US" smtClean="0"/>
              <a:pPr/>
              <a:t>‹#›</a:t>
            </a:fld>
            <a:endParaRPr lang="en-US"/>
          </a:p>
        </p:txBody>
      </p:sp>
      <p:sp>
        <p:nvSpPr>
          <p:cNvPr id="10" name="Text Placeholder 10"/>
          <p:cNvSpPr>
            <a:spLocks noGrp="1"/>
          </p:cNvSpPr>
          <p:nvPr>
            <p:ph type="body" sz="quarter" idx="14" hasCustomPrompt="1"/>
          </p:nvPr>
        </p:nvSpPr>
        <p:spPr>
          <a:xfrm>
            <a:off x="396326" y="569605"/>
            <a:ext cx="11357028" cy="304623"/>
          </a:xfrm>
        </p:spPr>
        <p:txBody>
          <a:bodyPr vert="horz" wrap="square" lIns="0" tIns="0" rIns="0" bIns="0" rtlCol="0">
            <a:noAutofit/>
          </a:bodyPr>
          <a:lstStyle>
            <a:lvl1pPr marL="380990" indent="-380990">
              <a:buFont typeface="Arial" panose="020B0604020202020204" pitchFamily="34" charset="0"/>
              <a:buNone/>
              <a:defRPr lang="en-US" sz="2133" b="1" kern="0" spc="0" baseline="0" dirty="0" smtClean="0">
                <a:gradFill>
                  <a:gsLst>
                    <a:gs pos="2419">
                      <a:schemeClr val="accent2"/>
                    </a:gs>
                    <a:gs pos="7000">
                      <a:schemeClr val="accent2"/>
                    </a:gs>
                  </a:gsLst>
                  <a:lin ang="5400000" scaled="1"/>
                </a:gra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1219170" rtl="0" eaLnBrk="1" latinLnBrk="0" hangingPunct="1">
              <a:lnSpc>
                <a:spcPct val="90000"/>
              </a:lnSpc>
              <a:spcBef>
                <a:spcPts val="1600"/>
              </a:spcBef>
              <a:buClr>
                <a:srgbClr val="0072C8"/>
              </a:buClr>
              <a:buSzPct val="110000"/>
              <a:buFont typeface="Arial" panose="020B0604020202020204" pitchFamily="34" charset="0"/>
              <a:buNone/>
            </a:pPr>
            <a:r>
              <a:rPr lang="en-US"/>
              <a:t>Insert Slide Title Here</a:t>
            </a:r>
          </a:p>
        </p:txBody>
      </p:sp>
      <p:sp>
        <p:nvSpPr>
          <p:cNvPr id="12" name="Text Placeholder 10"/>
          <p:cNvSpPr>
            <a:spLocks noGrp="1"/>
          </p:cNvSpPr>
          <p:nvPr>
            <p:ph type="body" sz="quarter" idx="15" hasCustomPrompt="1"/>
          </p:nvPr>
        </p:nvSpPr>
        <p:spPr>
          <a:xfrm>
            <a:off x="415992" y="406154"/>
            <a:ext cx="3020193" cy="156073"/>
          </a:xfrm>
        </p:spPr>
        <p:txBody>
          <a:bodyPr vert="horz" wrap="square" lIns="0" tIns="0" rIns="0" bIns="0" rtlCol="0">
            <a:normAutofit/>
          </a:bodyPr>
          <a:lstStyle>
            <a:lvl1pPr marL="230712" indent="-230712">
              <a:buNone/>
              <a:defRPr lang="id-ID" sz="800" kern="0" spc="200" baseline="0" dirty="0">
                <a:gradFill>
                  <a:gsLst>
                    <a:gs pos="28763">
                      <a:schemeClr val="bg1">
                        <a:lumMod val="50000"/>
                      </a:schemeClr>
                    </a:gs>
                    <a:gs pos="15860">
                      <a:schemeClr val="bg1">
                        <a:lumMod val="50000"/>
                      </a:schemeClr>
                    </a:gs>
                  </a:gsLst>
                  <a:lin ang="5400000" scaled="1"/>
                </a:gradFill>
                <a:latin typeface="Arial" panose="020B0604020202020204" pitchFamily="34" charset="0"/>
                <a:ea typeface="Roboto Light" panose="02000000000000000000" pitchFamily="2" charset="0"/>
                <a:cs typeface="Arial" panose="020B0604020202020204" pitchFamily="34" charset="0"/>
              </a:defRPr>
            </a:lvl1pPr>
          </a:lstStyle>
          <a:p>
            <a:pPr marL="0" lvl="0" indent="0"/>
            <a:r>
              <a:rPr lang="en-US"/>
              <a:t>SECTION TITLE (OPTIONAL)</a:t>
            </a:r>
            <a:endParaRPr lang="id-ID"/>
          </a:p>
        </p:txBody>
      </p:sp>
      <p:sp>
        <p:nvSpPr>
          <p:cNvPr id="17" name="Text Placeholder 4"/>
          <p:cNvSpPr>
            <a:spLocks noGrp="1"/>
          </p:cNvSpPr>
          <p:nvPr>
            <p:ph type="body" sz="quarter" idx="16"/>
          </p:nvPr>
        </p:nvSpPr>
        <p:spPr>
          <a:xfrm>
            <a:off x="406159" y="850792"/>
            <a:ext cx="11343388" cy="230832"/>
          </a:xfrm>
        </p:spPr>
        <p:txBody>
          <a:bodyPr/>
          <a:lstStyle>
            <a:lvl1pPr marL="0" indent="0">
              <a:buNone/>
              <a:defRPr lang="en-US" sz="1000" kern="1200" spc="53" baseline="0" dirty="0" smtClean="0">
                <a:gradFill>
                  <a:gsLst>
                    <a:gs pos="2419">
                      <a:schemeClr val="bg1">
                        <a:lumMod val="50000"/>
                      </a:schemeClr>
                    </a:gs>
                    <a:gs pos="8000">
                      <a:schemeClr val="bg1">
                        <a:lumMod val="50000"/>
                      </a:schemeClr>
                    </a:gs>
                  </a:gsLst>
                  <a:lin ang="5400000" scaled="0"/>
                </a:gra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
        <p:nvSpPr>
          <p:cNvPr id="9" name="Content Placeholder 2"/>
          <p:cNvSpPr>
            <a:spLocks noGrp="1"/>
          </p:cNvSpPr>
          <p:nvPr>
            <p:ph sz="quarter" idx="17" hasCustomPrompt="1"/>
          </p:nvPr>
        </p:nvSpPr>
        <p:spPr>
          <a:xfrm>
            <a:off x="630992" y="1678698"/>
            <a:ext cx="10961241" cy="4444196"/>
          </a:xfrm>
        </p:spPr>
        <p:txBody>
          <a:bodyPr>
            <a:noAutofit/>
          </a:bodyPr>
          <a:lstStyle>
            <a:lvl1pPr>
              <a:defRPr baseline="0"/>
            </a:lvl1pPr>
          </a:lstStyle>
          <a:p>
            <a:pPr lvl="0"/>
            <a:r>
              <a:rPr lang="en-US"/>
              <a:t>Click and type to add content or click icon to insert content</a:t>
            </a:r>
          </a:p>
        </p:txBody>
      </p:sp>
    </p:spTree>
    <p:extLst>
      <p:ext uri="{BB962C8B-B14F-4D97-AF65-F5344CB8AC3E}">
        <p14:creationId xmlns:p14="http://schemas.microsoft.com/office/powerpoint/2010/main" val="4022161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Base">
    <p:bg>
      <p:bgPr>
        <a:solidFill>
          <a:srgbClr val="FFFFFF"/>
        </a:solidFill>
        <a:effectLst/>
      </p:bgPr>
    </p:bg>
    <p:spTree>
      <p:nvGrpSpPr>
        <p:cNvPr id="1" name=""/>
        <p:cNvGrpSpPr/>
        <p:nvPr/>
      </p:nvGrpSpPr>
      <p:grpSpPr>
        <a:xfrm>
          <a:off x="0" y="0"/>
          <a:ext cx="0" cy="0"/>
          <a:chOff x="0" y="0"/>
          <a:chExt cx="0" cy="0"/>
        </a:xfrm>
      </p:grpSpPr>
      <p:sp>
        <p:nvSpPr>
          <p:cNvPr id="8" name="Text Placeholder 10"/>
          <p:cNvSpPr>
            <a:spLocks noGrp="1"/>
          </p:cNvSpPr>
          <p:nvPr>
            <p:ph type="body" sz="quarter" idx="14" hasCustomPrompt="1"/>
          </p:nvPr>
        </p:nvSpPr>
        <p:spPr>
          <a:xfrm>
            <a:off x="395648" y="568239"/>
            <a:ext cx="10905240" cy="304623"/>
          </a:xfrm>
        </p:spPr>
        <p:txBody>
          <a:bodyPr vert="horz" wrap="square" lIns="0" tIns="0" rIns="0" bIns="0" rtlCol="0">
            <a:noAutofit/>
          </a:bodyPr>
          <a:lstStyle>
            <a:lvl1pPr marL="380990" indent="-380990">
              <a:buFont typeface="Arial" panose="020B0604020202020204" pitchFamily="34" charset="0"/>
              <a:buNone/>
              <a:defRPr lang="id-ID" sz="2133" b="1" kern="0" spc="0" baseline="0" dirty="0">
                <a:gradFill>
                  <a:gsLst>
                    <a:gs pos="2419">
                      <a:schemeClr val="accent2"/>
                    </a:gs>
                    <a:gs pos="7000">
                      <a:schemeClr val="accent2"/>
                    </a:gs>
                  </a:gsLst>
                  <a:lin ang="5400000" scaled="1"/>
                </a:gradFill>
                <a:ea typeface="Roboto Medium" panose="02000000000000000000" pitchFamily="2" charset="0"/>
              </a:defRPr>
            </a:lvl1pPr>
          </a:lstStyle>
          <a:p>
            <a:pPr marL="0" lvl="0" indent="0"/>
            <a:r>
              <a:rPr lang="en-US"/>
              <a:t>Insert Slide Title Here</a:t>
            </a:r>
          </a:p>
        </p:txBody>
      </p:sp>
      <p:sp>
        <p:nvSpPr>
          <p:cNvPr id="9" name="Text Placeholder 10"/>
          <p:cNvSpPr>
            <a:spLocks noGrp="1"/>
          </p:cNvSpPr>
          <p:nvPr>
            <p:ph type="body" sz="quarter" idx="15" hasCustomPrompt="1"/>
          </p:nvPr>
        </p:nvSpPr>
        <p:spPr>
          <a:xfrm>
            <a:off x="414626" y="406154"/>
            <a:ext cx="3020193" cy="156073"/>
          </a:xfrm>
        </p:spPr>
        <p:txBody>
          <a:bodyPr vert="horz" wrap="square" lIns="0" tIns="0" rIns="0" bIns="0" rtlCol="0">
            <a:normAutofit/>
          </a:bodyPr>
          <a:lstStyle>
            <a:lvl1pPr marL="230712" indent="-230712">
              <a:buNone/>
              <a:defRPr lang="id-ID" sz="800" kern="0" spc="200" baseline="0" dirty="0">
                <a:gradFill>
                  <a:gsLst>
                    <a:gs pos="28763">
                      <a:schemeClr val="bg1">
                        <a:lumMod val="50000"/>
                      </a:schemeClr>
                    </a:gs>
                    <a:gs pos="15860">
                      <a:schemeClr val="bg1">
                        <a:lumMod val="50000"/>
                      </a:schemeClr>
                    </a:gs>
                  </a:gsLst>
                  <a:lin ang="5400000" scaled="1"/>
                </a:gradFill>
                <a:ea typeface="Roboto Light" panose="02000000000000000000" pitchFamily="2" charset="0"/>
              </a:defRPr>
            </a:lvl1pPr>
          </a:lstStyle>
          <a:p>
            <a:pPr marL="0" lvl="0" indent="0"/>
            <a:r>
              <a:rPr lang="en-US"/>
              <a:t>SECTION TITLE (OPTIONAL)</a:t>
            </a:r>
            <a:endParaRPr lang="id-ID"/>
          </a:p>
        </p:txBody>
      </p:sp>
      <p:sp>
        <p:nvSpPr>
          <p:cNvPr id="5" name="Text Placeholder 4"/>
          <p:cNvSpPr>
            <a:spLocks noGrp="1"/>
          </p:cNvSpPr>
          <p:nvPr>
            <p:ph type="body" sz="quarter" idx="16"/>
          </p:nvPr>
        </p:nvSpPr>
        <p:spPr>
          <a:xfrm>
            <a:off x="406159" y="850835"/>
            <a:ext cx="10892143" cy="230832"/>
          </a:xfrm>
        </p:spPr>
        <p:txBody>
          <a:bodyPr/>
          <a:lstStyle>
            <a:lvl1pPr marL="0" indent="0">
              <a:buNone/>
              <a:defRPr lang="en-US" sz="1000" kern="1200" spc="53" baseline="0" dirty="0" smtClean="0">
                <a:gradFill>
                  <a:gsLst>
                    <a:gs pos="2419">
                      <a:schemeClr val="bg1">
                        <a:lumMod val="50000"/>
                      </a:schemeClr>
                    </a:gs>
                    <a:gs pos="8000">
                      <a:schemeClr val="bg1">
                        <a:lumMod val="50000"/>
                      </a:schemeClr>
                    </a:gs>
                  </a:gsLst>
                  <a:lin ang="5400000" scaled="0"/>
                </a:gra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
        <p:nvSpPr>
          <p:cNvPr id="10" name="Slide Number Placeholder 5"/>
          <p:cNvSpPr>
            <a:spLocks noGrp="1"/>
          </p:cNvSpPr>
          <p:nvPr>
            <p:ph type="sldNum" sz="quarter" idx="12"/>
          </p:nvPr>
        </p:nvSpPr>
        <p:spPr>
          <a:xfrm>
            <a:off x="11377781" y="6460623"/>
            <a:ext cx="431079" cy="265965"/>
          </a:xfrm>
        </p:spPr>
        <p:txBody>
          <a:bodyPr lIns="0" tIns="0" rIns="0" bIns="0"/>
          <a:lstStyle>
            <a:lvl1pPr algn="r">
              <a:defRPr sz="800">
                <a:gradFill>
                  <a:gsLst>
                    <a:gs pos="7258">
                      <a:schemeClr val="accent2"/>
                    </a:gs>
                    <a:gs pos="19000">
                      <a:schemeClr val="accent2"/>
                    </a:gs>
                  </a:gsLst>
                  <a:lin ang="5400000" scaled="1"/>
                </a:gradFill>
                <a:latin typeface="Arial" panose="020B0604020202020204" pitchFamily="34" charset="0"/>
                <a:ea typeface="Roboto Light" panose="02000000000000000000" pitchFamily="2" charset="0"/>
                <a:cs typeface="Arial" panose="020B0604020202020204" pitchFamily="34" charset="0"/>
              </a:defRPr>
            </a:lvl1pPr>
          </a:lstStyle>
          <a:p>
            <a:fld id="{FCEE2C88-6C8F-484D-AF69-578F576B1F44}" type="slidenum">
              <a:rPr lang="en-US" smtClean="0"/>
              <a:pPr/>
              <a:t>‹#›</a:t>
            </a:fld>
            <a:endParaRPr lang="en-US"/>
          </a:p>
        </p:txBody>
      </p:sp>
    </p:spTree>
    <p:extLst>
      <p:ext uri="{BB962C8B-B14F-4D97-AF65-F5344CB8AC3E}">
        <p14:creationId xmlns:p14="http://schemas.microsoft.com/office/powerpoint/2010/main" val="1892680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solidFill>
          <a:schemeClr val="accent1"/>
        </a:solidFill>
        <a:effectLst/>
      </p:bgPr>
    </p:bg>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DBC706B5-DD0D-21FC-8DFC-D9B4B0C03970}"/>
              </a:ext>
            </a:extLst>
          </p:cNvPr>
          <p:cNvSpPr>
            <a:spLocks noGrp="1"/>
          </p:cNvSpPr>
          <p:nvPr>
            <p:ph type="body" sz="quarter" idx="14" hasCustomPrompt="1"/>
          </p:nvPr>
        </p:nvSpPr>
        <p:spPr>
          <a:xfrm>
            <a:off x="1511300" y="978084"/>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Lst>
          </p:cNvPr>
          <p:cNvSpPr>
            <a:spLocks noGrp="1"/>
          </p:cNvSpPr>
          <p:nvPr>
            <p:ph type="body" sz="quarter" idx="15" hasCustomPrompt="1"/>
          </p:nvPr>
        </p:nvSpPr>
        <p:spPr>
          <a:xfrm>
            <a:off x="1511300" y="1222961"/>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p:ph type="ctrTitle"/>
          </p:nvPr>
        </p:nvSpPr>
        <p:spPr>
          <a:xfrm>
            <a:off x="1511300" y="2285999"/>
            <a:ext cx="8229600" cy="1828802"/>
          </a:xfrm>
        </p:spPr>
        <p:txBody>
          <a:bodyPr anchor="b"/>
          <a:lstStyle>
            <a:lvl1pPr algn="l">
              <a:defRPr sz="6600"/>
            </a:lvl1pPr>
          </a:lstStyle>
          <a:p>
            <a:r>
              <a:rPr lang="en-US"/>
              <a:t>Click to edit Master 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p:ph type="body" sz="quarter" idx="13"/>
          </p:nvPr>
        </p:nvSpPr>
        <p:spPr>
          <a:xfrm>
            <a:off x="1511300" y="4596115"/>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4" name="Picture Placeholder 5">
            <a:extLst>
              <a:ext uri="{FF2B5EF4-FFF2-40B4-BE49-F238E27FC236}">
                <a16:creationId xmlns:a16="http://schemas.microsoft.com/office/drawing/2014/main" id="{AD295C37-A67F-85DD-1EA6-C16F8D707D28}"/>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30" name="Picture 9">
            <a:extLst>
              <a:ext uri="{FF2B5EF4-FFF2-40B4-BE49-F238E27FC236}">
                <a16:creationId xmlns:a16="http://schemas.microsoft.com/office/drawing/2014/main" id="{AC202CA2-841E-B2A5-A6D3-46104332A1B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679025531"/>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1"/>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7104"/>
            <a:ext cx="1292469" cy="336440"/>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3" name="Text Placeholder 4">
            <a:extLst>
              <a:ext uri="{FF2B5EF4-FFF2-40B4-BE49-F238E27FC236}">
                <a16:creationId xmlns:a16="http://schemas.microsoft.com/office/drawing/2014/main" id="{F1FB8FC4-A6F7-F57C-F441-E6B1F67BF010}"/>
              </a:ext>
              <a:ext uri="{C183D7F6-B498-43B3-948B-1728B52AA6E4}">
                <adec:decorative xmlns:adec="http://schemas.microsoft.com/office/drawing/2017/decorative" val="0"/>
              </a:ext>
            </a:extLst>
          </p:cNvPr>
          <p:cNvSpPr>
            <a:spLocks noGrp="1"/>
          </p:cNvSpPr>
          <p:nvPr>
            <p:ph type="body" sz="quarter" idx="14" hasCustomPrompt="1"/>
          </p:nvPr>
        </p:nvSpPr>
        <p:spPr>
          <a:xfrm>
            <a:off x="563419" y="565621"/>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4" name="Text Placeholder 4">
            <a:extLst>
              <a:ext uri="{FF2B5EF4-FFF2-40B4-BE49-F238E27FC236}">
                <a16:creationId xmlns:a16="http://schemas.microsoft.com/office/drawing/2014/main" id="{BB7B25CB-74BE-4D5A-17D6-D0109DEB0460}"/>
              </a:ext>
              <a:ext uri="{C183D7F6-B498-43B3-948B-1728B52AA6E4}">
                <adec:decorative xmlns:adec="http://schemas.microsoft.com/office/drawing/2017/decorative" val="0"/>
              </a:ext>
            </a:extLst>
          </p:cNvPr>
          <p:cNvSpPr>
            <a:spLocks noGrp="1"/>
          </p:cNvSpPr>
          <p:nvPr>
            <p:ph type="body" sz="quarter" idx="17" hasCustomPrompt="1"/>
          </p:nvPr>
        </p:nvSpPr>
        <p:spPr>
          <a:xfrm>
            <a:off x="563419" y="810955"/>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1771428"/>
            <a:ext cx="3538682" cy="3303344"/>
          </a:xfrm>
        </p:spPr>
        <p:txBody>
          <a:bodyPr anchor="b"/>
          <a:lstStyle>
            <a:lvl1pPr algn="l">
              <a:defRPr sz="5400">
                <a:solidFill>
                  <a:schemeClr val="tx1"/>
                </a:solidFill>
              </a:defRPr>
            </a:lvl1pPr>
          </a:lstStyle>
          <a:p>
            <a:r>
              <a:rPr lang="en-US"/>
              <a:t>Click to edit Master title style</a:t>
            </a:r>
          </a:p>
        </p:txBody>
      </p:sp>
      <p:sp>
        <p:nvSpPr>
          <p:cNvPr id="21" name="Subtitle 2">
            <a:extLst>
              <a:ext uri="{FF2B5EF4-FFF2-40B4-BE49-F238E27FC236}">
                <a16:creationId xmlns:a16="http://schemas.microsoft.com/office/drawing/2014/main" id="{835A53F7-8D58-2C59-47EC-36F5C4D66C1D}"/>
              </a:ext>
            </a:extLst>
          </p:cNvPr>
          <p:cNvSpPr>
            <a:spLocks noGrp="1"/>
          </p:cNvSpPr>
          <p:nvPr>
            <p:ph type="subTitle" idx="16"/>
          </p:nvPr>
        </p:nvSpPr>
        <p:spPr>
          <a:xfrm>
            <a:off x="563418" y="5305365"/>
            <a:ext cx="3530599"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Text Placeholder 4">
            <a:extLst>
              <a:ext uri="{FF2B5EF4-FFF2-40B4-BE49-F238E27FC236}">
                <a16:creationId xmlns:a16="http://schemas.microsoft.com/office/drawing/2014/main" id="{4D624161-1603-24F0-E65F-7939967C247B}"/>
              </a:ext>
            </a:extLst>
          </p:cNvPr>
          <p:cNvSpPr>
            <a:spLocks noGrp="1"/>
          </p:cNvSpPr>
          <p:nvPr>
            <p:ph type="body" sz="quarter" idx="13"/>
          </p:nvPr>
        </p:nvSpPr>
        <p:spPr>
          <a:xfrm>
            <a:off x="563419" y="5646272"/>
            <a:ext cx="3530599" cy="640228"/>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419319499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799"/>
          </a:xfrm>
        </p:spPr>
        <p:txBody>
          <a:bodyPr anchor="t"/>
          <a:lstStyle>
            <a:lvl1pPr algn="l">
              <a:defRPr sz="5400">
                <a:solidFill>
                  <a:schemeClr val="tx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01. Section indicator</a:t>
            </a:r>
          </a:p>
        </p:txBody>
      </p:sp>
      <p:sp>
        <p:nvSpPr>
          <p:cNvPr id="68" name="Text Placeholder 4">
            <a:extLst>
              <a:ext uri="{FF2B5EF4-FFF2-40B4-BE49-F238E27FC236}">
                <a16:creationId xmlns:a16="http://schemas.microsoft.com/office/drawing/2014/main" id="{5F557AF5-01BB-32BE-5F8C-7D8A32ACFF51}"/>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02. Section indicator</a:t>
            </a:r>
          </a:p>
        </p:txBody>
      </p:sp>
      <p:sp>
        <p:nvSpPr>
          <p:cNvPr id="69" name="Text Placeholder 4">
            <a:extLst>
              <a:ext uri="{FF2B5EF4-FFF2-40B4-BE49-F238E27FC236}">
                <a16:creationId xmlns:a16="http://schemas.microsoft.com/office/drawing/2014/main" id="{EA8DA443-6290-9DB9-04F2-9B1A96CA4F76}"/>
              </a:ext>
            </a:extLst>
          </p:cNvPr>
          <p:cNvSpPr>
            <a:spLocks noGrp="1"/>
          </p:cNvSpPr>
          <p:nvPr>
            <p:ph type="body" sz="quarter" idx="16" hasCustomPrompt="1"/>
          </p:nvPr>
        </p:nvSpPr>
        <p:spPr>
          <a:xfrm>
            <a:off x="5270501"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03. Section indicator</a:t>
            </a:r>
          </a:p>
        </p:txBody>
      </p:sp>
      <p:sp>
        <p:nvSpPr>
          <p:cNvPr id="70" name="Text Placeholder 4">
            <a:extLst>
              <a:ext uri="{FF2B5EF4-FFF2-40B4-BE49-F238E27FC236}">
                <a16:creationId xmlns:a16="http://schemas.microsoft.com/office/drawing/2014/main" id="{00260703-D34F-5A7C-904B-8C2EF0DF100D}"/>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04. Section indicator</a:t>
            </a:r>
          </a:p>
        </p:txBody>
      </p:sp>
      <p:sp>
        <p:nvSpPr>
          <p:cNvPr id="71" name="Text Placeholder 4">
            <a:extLst>
              <a:ext uri="{FF2B5EF4-FFF2-40B4-BE49-F238E27FC236}">
                <a16:creationId xmlns:a16="http://schemas.microsoft.com/office/drawing/2014/main" id="{D30A30D2-FDB9-3F99-7B2E-D9B09BD1B4BE}"/>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05. Section indicator</a:t>
            </a:r>
          </a:p>
        </p:txBody>
      </p:sp>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108665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C4A6-2BC8-FD0B-DA9C-2BDC78F77957}"/>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4" name="Text Placeholder 11">
            <a:extLst>
              <a:ext uri="{FF2B5EF4-FFF2-40B4-BE49-F238E27FC236}">
                <a16:creationId xmlns:a16="http://schemas.microsoft.com/office/drawing/2014/main" id="{86B577CB-5AFB-0B98-8BEA-5872C2FF677E}"/>
              </a:ext>
            </a:extLst>
          </p:cNvPr>
          <p:cNvSpPr>
            <a:spLocks noGrp="1"/>
          </p:cNvSpPr>
          <p:nvPr>
            <p:ph type="body" sz="quarter" idx="20"/>
          </p:nvPr>
        </p:nvSpPr>
        <p:spPr>
          <a:xfrm>
            <a:off x="571501" y="4114800"/>
            <a:ext cx="3530600" cy="990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7D74199A-1D70-C562-62E1-637EF591F1EA}"/>
              </a:ext>
            </a:extLst>
          </p:cNvPr>
          <p:cNvSpPr>
            <a:spLocks noGrp="1"/>
          </p:cNvSpPr>
          <p:nvPr>
            <p:ph type="body" sz="quarter" idx="13"/>
          </p:nvPr>
        </p:nvSpPr>
        <p:spPr>
          <a:xfrm>
            <a:off x="6210300" y="1752600"/>
            <a:ext cx="5410200" cy="3352800"/>
          </a:xfrm>
        </p:spPr>
        <p:txBody>
          <a:bodyPr/>
          <a:lstStyle>
            <a:lvl1pPr marL="287338" indent="-287338">
              <a:spcBef>
                <a:spcPts val="0"/>
              </a:spcBef>
              <a:buSzPct val="85000"/>
              <a:defRPr sz="2200"/>
            </a:lvl1pPr>
            <a:lvl2pPr marL="514350" indent="-174625">
              <a:defRPr sz="1400"/>
            </a:lvl2pPr>
            <a:lvl3pPr marL="739775" indent="-165100">
              <a:defRPr sz="1200"/>
            </a:lvl3pPr>
            <a:lvl4pPr marL="976313" indent="-174625">
              <a:defRPr sz="1000"/>
            </a:lvl4pPr>
            <a:lvl5pPr marL="1201738" indent="-174625">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DE46F07-9C9C-47CE-B42A-F6A276963F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F2D65486-4CAF-D8E0-DC46-EFC5FB8C97B1}"/>
              </a:ext>
              <a:ext uri="{C183D7F6-B498-43B3-948B-1728B52AA6E4}">
                <adec:decorative xmlns:adec="http://schemas.microsoft.com/office/drawing/2017/decorative" val="1"/>
              </a:ext>
            </a:extLst>
          </p:cNvPr>
          <p:cNvSpPr>
            <a:spLocks noGrp="1"/>
          </p:cNvSpPr>
          <p:nvPr>
            <p:ph type="dt" sz="half" idx="11"/>
          </p:nvPr>
        </p:nvSpPr>
        <p:spPr/>
        <p:txBody>
          <a:bodyPr/>
          <a:lstStyle/>
          <a:p>
            <a:fld id="{A844713A-762C-46FB-AFEA-BF5BC39F2835}" type="datetimeyyyy">
              <a:rPr lang="en-US" smtClean="0"/>
              <a:t>2026</a:t>
            </a:fld>
            <a:endParaRPr lang="en-US"/>
          </a:p>
        </p:txBody>
      </p:sp>
      <p:sp>
        <p:nvSpPr>
          <p:cNvPr id="5" name="Slide Number Placeholder 4">
            <a:extLst>
              <a:ext uri="{FF2B5EF4-FFF2-40B4-BE49-F238E27FC236}">
                <a16:creationId xmlns:a16="http://schemas.microsoft.com/office/drawing/2014/main" id="{DCC32286-3989-F722-CA5F-7B056F277CC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pic>
        <p:nvPicPr>
          <p:cNvPr id="6" name="Picture 9">
            <a:extLst>
              <a:ext uri="{FF2B5EF4-FFF2-40B4-BE49-F238E27FC236}">
                <a16:creationId xmlns:a16="http://schemas.microsoft.com/office/drawing/2014/main" id="{1D8CAAE5-215B-97D0-E026-DB1041BC6C2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21545851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87A5D98-A155-4A2C-A9E2-FF413A52CD58}"/>
              </a:ext>
            </a:extLst>
          </p:cNvPr>
          <p:cNvSpPr>
            <a:spLocks noGrp="1"/>
          </p:cNvSpPr>
          <p:nvPr>
            <p:ph type="title"/>
          </p:nvPr>
        </p:nvSpPr>
        <p:spPr/>
        <p:txBody>
          <a:bodyPr/>
          <a:lstStyle/>
          <a:p>
            <a:r>
              <a:rPr lang="en-US"/>
              <a:t>Click to edit Master title style</a:t>
            </a:r>
          </a:p>
        </p:txBody>
      </p:sp>
      <p:sp>
        <p:nvSpPr>
          <p:cNvPr id="8" name="Text Placeholder 11">
            <a:extLst>
              <a:ext uri="{FF2B5EF4-FFF2-40B4-BE49-F238E27FC236}">
                <a16:creationId xmlns:a16="http://schemas.microsoft.com/office/drawing/2014/main" id="{52D34A87-0769-3C03-D1EA-BEFE5F31F9BC}"/>
              </a:ext>
            </a:extLst>
          </p:cNvPr>
          <p:cNvSpPr>
            <a:spLocks noGrp="1"/>
          </p:cNvSpPr>
          <p:nvPr>
            <p:ph type="body" sz="quarter" idx="14"/>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AFA20EAA-86AC-4480-9CAA-88657F3D94ED}"/>
              </a:ext>
            </a:extLst>
          </p:cNvPr>
          <p:cNvSpPr>
            <a:spLocks noGrp="1"/>
          </p:cNvSpPr>
          <p:nvPr>
            <p:ph sz="quarter" idx="13"/>
          </p:nvPr>
        </p:nvSpPr>
        <p:spPr>
          <a:xfrm>
            <a:off x="571499" y="2933700"/>
            <a:ext cx="11048999"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4418CA-82D1-4D77-BF0D-0416BC54B411}"/>
              </a:ext>
              <a:ext uri="{C183D7F6-B498-43B3-948B-1728B52AA6E4}">
                <adec:decorative xmlns:adec="http://schemas.microsoft.com/office/drawing/2017/decorative" val="1"/>
              </a:ext>
            </a:extLst>
          </p:cNvPr>
          <p:cNvSpPr>
            <a:spLocks noGrp="1"/>
          </p:cNvSpPr>
          <p:nvPr>
            <p:ph type="dt" sz="half" idx="10"/>
          </p:nvPr>
        </p:nvSpPr>
        <p:spPr/>
        <p:txBody>
          <a:bodyPr/>
          <a:lstStyle/>
          <a:p>
            <a:fld id="{A95765D1-9DCC-4E17-9905-A51AC45E71E0}" type="datetimeyyyy">
              <a:rPr lang="en-US" smtClean="0"/>
              <a:t>2026</a:t>
            </a:fld>
            <a:endParaRPr lang="en-US"/>
          </a:p>
        </p:txBody>
      </p:sp>
      <p:sp>
        <p:nvSpPr>
          <p:cNvPr id="9" name="Footer Placeholder 8">
            <a:extLst>
              <a:ext uri="{FF2B5EF4-FFF2-40B4-BE49-F238E27FC236}">
                <a16:creationId xmlns:a16="http://schemas.microsoft.com/office/drawing/2014/main" id="{921A5836-40BC-4565-9B91-02610BB2DED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9">
            <a:extLst>
              <a:ext uri="{FF2B5EF4-FFF2-40B4-BE49-F238E27FC236}">
                <a16:creationId xmlns:a16="http://schemas.microsoft.com/office/drawing/2014/main" id="{CBD6848A-A4A5-4326-A71B-8EF2FF7C4F3E}"/>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036664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BA6A42-67C9-3DA2-AAE7-C5530FE646E6}"/>
              </a:ext>
              <a:ext uri="{C183D7F6-B498-43B3-948B-1728B52AA6E4}">
                <adec:decorative xmlns:adec="http://schemas.microsoft.com/office/drawing/2017/decorative" val="1"/>
              </a:ext>
            </a:extLst>
          </p:cNvPr>
          <p:cNvSpPr/>
          <p:nvPr userDrawn="1"/>
        </p:nvSpPr>
        <p:spPr>
          <a:xfrm>
            <a:off x="4559300" y="0"/>
            <a:ext cx="76326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 name="Title 1">
            <a:extLst>
              <a:ext uri="{FF2B5EF4-FFF2-40B4-BE49-F238E27FC236}">
                <a16:creationId xmlns:a16="http://schemas.microsoft.com/office/drawing/2014/main" id="{4151AB39-5D36-0881-CBCF-7839008FF240}"/>
              </a:ext>
            </a:extLst>
          </p:cNvPr>
          <p:cNvSpPr>
            <a:spLocks noGrp="1"/>
          </p:cNvSpPr>
          <p:nvPr>
            <p:ph type="title"/>
          </p:nvPr>
        </p:nvSpPr>
        <p:spPr>
          <a:xfrm>
            <a:off x="571500" y="571500"/>
            <a:ext cx="2819400" cy="2857500"/>
          </a:xfrm>
        </p:spPr>
        <p:txBody>
          <a:bodyPr/>
          <a:lstStyle/>
          <a:p>
            <a:r>
              <a:rPr lang="en-US"/>
              <a:t>Click to edit Master title style</a:t>
            </a:r>
          </a:p>
        </p:txBody>
      </p:sp>
      <p:sp>
        <p:nvSpPr>
          <p:cNvPr id="11" name="Text Placeholder 10">
            <a:extLst>
              <a:ext uri="{FF2B5EF4-FFF2-40B4-BE49-F238E27FC236}">
                <a16:creationId xmlns:a16="http://schemas.microsoft.com/office/drawing/2014/main" id="{BD4BE7AC-B8E8-B90D-53BF-AA6DB0C0ECAF}"/>
              </a:ext>
            </a:extLst>
          </p:cNvPr>
          <p:cNvSpPr>
            <a:spLocks noGrp="1"/>
          </p:cNvSpPr>
          <p:nvPr>
            <p:ph type="body" sz="quarter" idx="13"/>
          </p:nvPr>
        </p:nvSpPr>
        <p:spPr>
          <a:xfrm>
            <a:off x="571500" y="4114799"/>
            <a:ext cx="2819400" cy="21717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3F41AAA-F21A-3BB2-9278-FE4B403424CD}"/>
              </a:ext>
            </a:extLst>
          </p:cNvPr>
          <p:cNvSpPr>
            <a:spLocks noGrp="1"/>
          </p:cNvSpPr>
          <p:nvPr>
            <p:ph type="body" sz="quarter" idx="15"/>
          </p:nvPr>
        </p:nvSpPr>
        <p:spPr>
          <a:xfrm>
            <a:off x="5270500" y="571500"/>
            <a:ext cx="5410200" cy="457200"/>
          </a:xfrm>
        </p:spPr>
        <p:txBody>
          <a:bodyPr/>
          <a:lstStyle>
            <a:lvl1pPr marL="0" indent="0">
              <a:lnSpc>
                <a:spcPct val="90000"/>
              </a:lnSpc>
              <a:buNone/>
              <a:defRPr sz="2200">
                <a:solidFill>
                  <a:schemeClr val="bg1"/>
                </a:solidFill>
              </a:defRPr>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8" name="Text Placeholder 17">
            <a:extLst>
              <a:ext uri="{FF2B5EF4-FFF2-40B4-BE49-F238E27FC236}">
                <a16:creationId xmlns:a16="http://schemas.microsoft.com/office/drawing/2014/main" id="{B8D158A6-5206-4DC5-FE96-95B04D8E8AF1}"/>
              </a:ext>
              <a:ext uri="{C183D7F6-B498-43B3-948B-1728B52AA6E4}">
                <adec:decorative xmlns:adec="http://schemas.microsoft.com/office/drawing/2017/decorative" val="1"/>
              </a:ext>
            </a:extLst>
          </p:cNvPr>
          <p:cNvSpPr>
            <a:spLocks noGrp="1"/>
          </p:cNvSpPr>
          <p:nvPr>
            <p:ph type="body" sz="quarter" idx="18"/>
          </p:nvPr>
        </p:nvSpPr>
        <p:spPr>
          <a:xfrm>
            <a:off x="9381262" y="4277504"/>
            <a:ext cx="2810740" cy="2580496"/>
          </a:xfrm>
          <a:custGeom>
            <a:avLst/>
            <a:gdLst>
              <a:gd name="connsiteX0" fmla="*/ 2454858 w 2810740"/>
              <a:gd name="connsiteY0" fmla="*/ 46 h 2580496"/>
              <a:gd name="connsiteX1" fmla="*/ 2724648 w 2810740"/>
              <a:gd name="connsiteY1" fmla="*/ 24068 h 2580496"/>
              <a:gd name="connsiteX2" fmla="*/ 2810740 w 2810740"/>
              <a:gd name="connsiteY2" fmla="*/ 44700 h 2580496"/>
              <a:gd name="connsiteX3" fmla="*/ 2810740 w 2810740"/>
              <a:gd name="connsiteY3" fmla="*/ 664418 h 2580496"/>
              <a:gd name="connsiteX4" fmla="*/ 2770611 w 2810740"/>
              <a:gd name="connsiteY4" fmla="*/ 643239 h 2580496"/>
              <a:gd name="connsiteX5" fmla="*/ 1783822 w 2810740"/>
              <a:gd name="connsiteY5" fmla="*/ 949432 h 2580496"/>
              <a:gd name="connsiteX6" fmla="*/ 700923 w 2810740"/>
              <a:gd name="connsiteY6" fmla="*/ 2580496 h 2580496"/>
              <a:gd name="connsiteX7" fmla="*/ 0 w 2810740"/>
              <a:gd name="connsiteY7" fmla="*/ 2580496 h 2580496"/>
              <a:gd name="connsiteX8" fmla="*/ 1297316 w 2810740"/>
              <a:gd name="connsiteY8" fmla="*/ 626437 h 2580496"/>
              <a:gd name="connsiteX9" fmla="*/ 2454858 w 2810740"/>
              <a:gd name="connsiteY9" fmla="*/ 46 h 258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0740" h="2580496">
                <a:moveTo>
                  <a:pt x="2454858" y="46"/>
                </a:moveTo>
                <a:cubicBezTo>
                  <a:pt x="2544831" y="-679"/>
                  <a:pt x="2635195" y="7240"/>
                  <a:pt x="2724648" y="24068"/>
                </a:cubicBezTo>
                <a:lnTo>
                  <a:pt x="2810740" y="44700"/>
                </a:lnTo>
                <a:lnTo>
                  <a:pt x="2810740" y="664418"/>
                </a:lnTo>
                <a:lnTo>
                  <a:pt x="2770611" y="643239"/>
                </a:lnTo>
                <a:cubicBezTo>
                  <a:pt x="2418095" y="500699"/>
                  <a:pt x="2002334" y="620303"/>
                  <a:pt x="1783822" y="949432"/>
                </a:cubicBezTo>
                <a:lnTo>
                  <a:pt x="700923" y="2580496"/>
                </a:lnTo>
                <a:lnTo>
                  <a:pt x="0" y="2580496"/>
                </a:lnTo>
                <a:lnTo>
                  <a:pt x="1297316" y="626437"/>
                </a:lnTo>
                <a:cubicBezTo>
                  <a:pt x="1564896" y="223429"/>
                  <a:pt x="2004992" y="3675"/>
                  <a:pt x="2454858" y="4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13" name="Text Placeholder 12">
            <a:extLst>
              <a:ext uri="{FF2B5EF4-FFF2-40B4-BE49-F238E27FC236}">
                <a16:creationId xmlns:a16="http://schemas.microsoft.com/office/drawing/2014/main" id="{9CAA9D8F-EBCC-F115-0711-A1D7885B7DBA}"/>
              </a:ext>
            </a:extLst>
          </p:cNvPr>
          <p:cNvSpPr>
            <a:spLocks noGrp="1"/>
          </p:cNvSpPr>
          <p:nvPr>
            <p:ph type="body" sz="quarter" idx="14"/>
          </p:nvPr>
        </p:nvSpPr>
        <p:spPr>
          <a:xfrm>
            <a:off x="5270500" y="1752600"/>
            <a:ext cx="5410200" cy="4533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846C56A-AFFD-5EF5-83B3-C8D68964BE82}"/>
              </a:ext>
              <a:ext uri="{C183D7F6-B498-43B3-948B-1728B52AA6E4}">
                <adec:decorative xmlns:adec="http://schemas.microsoft.com/office/drawing/2017/decorative" val="1"/>
              </a:ext>
            </a:extLst>
          </p:cNvPr>
          <p:cNvSpPr>
            <a:spLocks noGrp="1"/>
          </p:cNvSpPr>
          <p:nvPr>
            <p:ph type="ftr" sz="quarter" idx="10"/>
          </p:nvPr>
        </p:nvSpPr>
        <p:spPr>
          <a:xfrm>
            <a:off x="1645217" y="6503670"/>
            <a:ext cx="2743200" cy="137160"/>
          </a:xfrm>
        </p:spPr>
        <p:txBody>
          <a:bodyPr/>
          <a:lstStyle>
            <a:lvl1pPr>
              <a:defRPr>
                <a:solidFill>
                  <a:schemeClr val="tx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2D393A-8980-E579-A0EC-A080720B843B}"/>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1"/>
                </a:solidFill>
              </a:defRPr>
            </a:lvl1pPr>
          </a:lstStyle>
          <a:p>
            <a:fld id="{45FBCCCF-693E-4A1A-BFCB-FADBC04A55F2}" type="datetimeyyyy">
              <a:rPr lang="en-US" smtClean="0"/>
              <a:t>2026</a:t>
            </a:fld>
            <a:endParaRPr lang="en-US"/>
          </a:p>
        </p:txBody>
      </p:sp>
      <p:sp>
        <p:nvSpPr>
          <p:cNvPr id="5" name="Slide Number Placeholder 4">
            <a:extLst>
              <a:ext uri="{FF2B5EF4-FFF2-40B4-BE49-F238E27FC236}">
                <a16:creationId xmlns:a16="http://schemas.microsoft.com/office/drawing/2014/main" id="{8C4ADD89-C976-6DB8-EBFF-971ECFA635A4}"/>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2"/>
                </a:solidFill>
              </a:defRPr>
            </a:lvl1pPr>
          </a:lstStyle>
          <a:p>
            <a:fld id="{B2643E34-DC33-45ED-8E33-EC0D5991E9A4}" type="slidenum">
              <a:rPr lang="en-US" smtClean="0"/>
              <a:pPr/>
              <a:t>‹#›</a:t>
            </a:fld>
            <a:endParaRPr lang="en-US"/>
          </a:p>
        </p:txBody>
      </p:sp>
      <p:pic>
        <p:nvPicPr>
          <p:cNvPr id="9" name="Picture 9">
            <a:extLst>
              <a:ext uri="{FF2B5EF4-FFF2-40B4-BE49-F238E27FC236}">
                <a16:creationId xmlns:a16="http://schemas.microsoft.com/office/drawing/2014/main" id="{2D8E0F5B-E7F1-0403-7367-36B8F1937D8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10" name="Footer Placeholder 3">
            <a:extLst>
              <a:ext uri="{FF2B5EF4-FFF2-40B4-BE49-F238E27FC236}">
                <a16:creationId xmlns:a16="http://schemas.microsoft.com/office/drawing/2014/main" id="{AE7DEBBC-53DD-BDE3-155C-162C1926A6D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116921776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A64D-EC33-80B9-F80A-68A80FC6609E}"/>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4871E354-1003-F7B6-2E4E-FF83E0B7B3E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FB7E0A99-1A28-4D24-A585-99C2E027D9DC}"/>
              </a:ext>
            </a:extLst>
          </p:cNvPr>
          <p:cNvSpPr>
            <a:spLocks noGrp="1"/>
          </p:cNvSpPr>
          <p:nvPr>
            <p:ph sz="half" idx="1"/>
          </p:nvPr>
        </p:nvSpPr>
        <p:spPr>
          <a:xfrm>
            <a:off x="571500" y="2933701"/>
            <a:ext cx="4470400"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E6115-4384-41EE-B6B2-940A4649995F}"/>
              </a:ext>
            </a:extLst>
          </p:cNvPr>
          <p:cNvSpPr>
            <a:spLocks noGrp="1"/>
          </p:cNvSpPr>
          <p:nvPr>
            <p:ph sz="half" idx="2"/>
          </p:nvPr>
        </p:nvSpPr>
        <p:spPr>
          <a:xfrm>
            <a:off x="6210301" y="2933701"/>
            <a:ext cx="4470399"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FEA81D9C-1714-41EC-AB5C-54E1320D367A}"/>
              </a:ext>
              <a:ext uri="{C183D7F6-B498-43B3-948B-1728B52AA6E4}">
                <adec:decorative xmlns:adec="http://schemas.microsoft.com/office/drawing/2017/decorative" val="1"/>
              </a:ext>
            </a:extLst>
          </p:cNvPr>
          <p:cNvSpPr>
            <a:spLocks noGrp="1"/>
          </p:cNvSpPr>
          <p:nvPr>
            <p:ph type="dt" sz="half" idx="10"/>
          </p:nvPr>
        </p:nvSpPr>
        <p:spPr/>
        <p:txBody>
          <a:bodyPr/>
          <a:lstStyle/>
          <a:p>
            <a:fld id="{A955F345-CD5E-454A-A42B-3900DCEC4A8E}" type="datetimeyyyy">
              <a:rPr lang="en-US" smtClean="0"/>
              <a:t>2026</a:t>
            </a:fld>
            <a:endParaRPr lang="en-US"/>
          </a:p>
        </p:txBody>
      </p:sp>
      <p:sp>
        <p:nvSpPr>
          <p:cNvPr id="9" name="Footer Placeholder 8">
            <a:extLst>
              <a:ext uri="{FF2B5EF4-FFF2-40B4-BE49-F238E27FC236}">
                <a16:creationId xmlns:a16="http://schemas.microsoft.com/office/drawing/2014/main" id="{138C60D4-B5E0-4E33-9DD7-8166677DEA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F9FE130B-2CDC-422E-A384-1923087EC34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69296409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5270-F0A7-41DD-AB7A-83D81B515BC4}"/>
              </a:ext>
            </a:extLst>
          </p:cNvPr>
          <p:cNvSpPr>
            <a:spLocks noGrp="1"/>
          </p:cNvSpPr>
          <p:nvPr>
            <p:ph type="title"/>
          </p:nvPr>
        </p:nvSpPr>
        <p:spPr/>
        <p:txBody>
          <a:bodyPr/>
          <a:lstStyle/>
          <a:p>
            <a:r>
              <a:rPr lang="en-US"/>
              <a:t>Click to edit Master title style</a:t>
            </a:r>
          </a:p>
        </p:txBody>
      </p:sp>
      <p:sp>
        <p:nvSpPr>
          <p:cNvPr id="6" name="Text Placeholder 11">
            <a:extLst>
              <a:ext uri="{FF2B5EF4-FFF2-40B4-BE49-F238E27FC236}">
                <a16:creationId xmlns:a16="http://schemas.microsoft.com/office/drawing/2014/main" id="{C8E43266-992D-58F3-73FE-E38797027945}"/>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p>
            <a:fld id="{8549838B-8FB6-4A1D-8FF7-A75B50B468EC}"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7418072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Only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p:txBody>
          <a:bodyPr/>
          <a:lstStyle/>
          <a:p>
            <a:r>
              <a:rPr lang="en-US"/>
              <a:t>Click to edit Master title style</a:t>
            </a:r>
          </a:p>
        </p:txBody>
      </p:sp>
      <p:sp>
        <p:nvSpPr>
          <p:cNvPr id="10" name="Text Placeholder 11">
            <a:extLst>
              <a:ext uri="{FF2B5EF4-FFF2-40B4-BE49-F238E27FC236}">
                <a16:creationId xmlns:a16="http://schemas.microsoft.com/office/drawing/2014/main" id="{41876296-E753-8C3F-8271-24B8BC7D680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E193F512-0A29-4898-ADD2-68AB1CCB9D38}"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44E6FEBF-F4D5-5A80-8815-323B4D094155}"/>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05BD35B-1532-6D8C-1C69-50D653A5A9A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3982113487"/>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94779F9C-2379-4946-84FF-DBB76193FE00}"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1267266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Only 2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11" name="Text Placeholder 11">
            <a:extLst>
              <a:ext uri="{FF2B5EF4-FFF2-40B4-BE49-F238E27FC236}">
                <a16:creationId xmlns:a16="http://schemas.microsoft.com/office/drawing/2014/main" id="{B6F22CC2-F0CD-4BD6-0CCC-0649DDDBC07C}"/>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27079A0E-CCE3-4425-B76E-96DE74F8AAFE}"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BB1E46AE-9929-DF1E-3349-716244BD62E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79FECB6-62BE-FB89-8C3B-6CDBAA4FF694}"/>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242250914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Pictur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p:nvPr>
        </p:nvSpPr>
        <p:spPr>
          <a:xfrm>
            <a:off x="1524" y="0"/>
            <a:ext cx="12190476" cy="6858000"/>
          </a:xfrm>
        </p:spPr>
        <p:txBody>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itle 4">
            <a:extLst>
              <a:ext uri="{FF2B5EF4-FFF2-40B4-BE49-F238E27FC236}">
                <a16:creationId xmlns:a16="http://schemas.microsoft.com/office/drawing/2014/main" id="{AD5942FC-23BA-B387-C59E-F125CE318EC6}"/>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0" name="Text Placeholder 11">
            <a:extLst>
              <a:ext uri="{FF2B5EF4-FFF2-40B4-BE49-F238E27FC236}">
                <a16:creationId xmlns:a16="http://schemas.microsoft.com/office/drawing/2014/main" id="{5DA49D23-12E6-9B2C-2FA3-23A5E9401889}"/>
              </a:ext>
            </a:extLst>
          </p:cNvPr>
          <p:cNvSpPr>
            <a:spLocks noGrp="1"/>
          </p:cNvSpPr>
          <p:nvPr>
            <p:ph type="body" sz="quarter" idx="20"/>
          </p:nvPr>
        </p:nvSpPr>
        <p:spPr>
          <a:xfrm>
            <a:off x="571501" y="4114800"/>
            <a:ext cx="3530600" cy="1371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DBEB2FE4-B8E6-4397-B43C-A951254865D3}"/>
              </a:ext>
              <a:ext uri="{C183D7F6-B498-43B3-948B-1728B52AA6E4}">
                <adec:decorative xmlns:adec="http://schemas.microsoft.com/office/drawing/2017/decorative" val="1"/>
              </a:ext>
            </a:extLst>
          </p:cNvPr>
          <p:cNvSpPr>
            <a:spLocks noGrp="1"/>
          </p:cNvSpPr>
          <p:nvPr>
            <p:ph type="dt" sz="half" idx="10"/>
          </p:nvPr>
        </p:nvSpPr>
        <p:spPr>
          <a:xfrm>
            <a:off x="1380744" y="6503670"/>
            <a:ext cx="255977" cy="137160"/>
          </a:xfrm>
        </p:spPr>
        <p:txBody>
          <a:bodyPr/>
          <a:lstStyle>
            <a:lvl1pPr>
              <a:defRPr>
                <a:solidFill>
                  <a:schemeClr val="tx2"/>
                </a:solidFill>
              </a:defRPr>
            </a:lvl1pPr>
          </a:lstStyle>
          <a:p>
            <a:fld id="{ACEE45C4-16CC-4860-B21C-588F11E490F7}" type="datetimeyyyy">
              <a:rPr lang="en-US" smtClean="0"/>
              <a:t>2026</a:t>
            </a:fld>
            <a:endParaRPr lang="en-US"/>
          </a:p>
        </p:txBody>
      </p:sp>
      <p:sp>
        <p:nvSpPr>
          <p:cNvPr id="4" name="Footer Placeholder 3">
            <a:extLst>
              <a:ext uri="{FF2B5EF4-FFF2-40B4-BE49-F238E27FC236}">
                <a16:creationId xmlns:a16="http://schemas.microsoft.com/office/drawing/2014/main" id="{93A581C9-28B8-425E-BDF8-FDE4555EF626}"/>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2"/>
                </a:solidFill>
              </a:defRPr>
            </a:lvl1pPr>
          </a:lstStyle>
          <a:p>
            <a:r>
              <a:rPr lang="en-US"/>
              <a:t>Slalom. All Rights Reserved. Proprietary and Confidential.</a:t>
            </a:r>
          </a:p>
        </p:txBody>
      </p:sp>
      <p:sp>
        <p:nvSpPr>
          <p:cNvPr id="8" name="Slide Number Placeholder 7">
            <a:extLst>
              <a:ext uri="{FF2B5EF4-FFF2-40B4-BE49-F238E27FC236}">
                <a16:creationId xmlns:a16="http://schemas.microsoft.com/office/drawing/2014/main" id="{71C5BAEF-23A3-460A-8B57-7064A775252E}"/>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2"/>
                </a:solidFill>
              </a:defRPr>
            </a:lvl1pPr>
          </a:lstStyle>
          <a:p>
            <a:fld id="{B2643E34-DC33-45ED-8E33-EC0D5991E9A4}" type="slidenum">
              <a:rPr lang="en-US" smtClean="0"/>
              <a:pPr/>
              <a:t>‹#›</a:t>
            </a:fld>
            <a:endParaRPr lang="en-US"/>
          </a:p>
        </p:txBody>
      </p:sp>
      <p:sp>
        <p:nvSpPr>
          <p:cNvPr id="11" name="Text Placeholder 28">
            <a:extLst>
              <a:ext uri="{FF2B5EF4-FFF2-40B4-BE49-F238E27FC236}">
                <a16:creationId xmlns:a16="http://schemas.microsoft.com/office/drawing/2014/main" id="{02CC2885-3797-8372-6B64-6C12785E4E35}"/>
              </a:ext>
              <a:ext uri="{C183D7F6-B498-43B3-948B-1728B52AA6E4}">
                <adec:decorative xmlns:adec="http://schemas.microsoft.com/office/drawing/2017/decorative" val="1"/>
              </a:ext>
            </a:extLst>
          </p:cNvPr>
          <p:cNvSpPr>
            <a:spLocks noGrp="1" noChangeAspect="1"/>
          </p:cNvSpPr>
          <p:nvPr>
            <p:ph type="body" sz="quarter" idx="21"/>
          </p:nvPr>
        </p:nvSpPr>
        <p:spPr>
          <a:xfrm>
            <a:off x="569541" y="6473952"/>
            <a:ext cx="564315"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13" name="Text Placeholder 12">
            <a:extLst>
              <a:ext uri="{FF2B5EF4-FFF2-40B4-BE49-F238E27FC236}">
                <a16:creationId xmlns:a16="http://schemas.microsoft.com/office/drawing/2014/main" id="{73286862-F721-844E-EC7F-D03976B2436C}"/>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205984333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FB3A36-D926-A156-1D21-30320063F9AE}"/>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7285037"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4268CAAE-222C-45DC-BDCB-F913E123D7BC}"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5157272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with Icons">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DE9A50A5-7EAE-1378-5468-24F26723BF26}"/>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800"/>
            <a:ext cx="7285037"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2">
            <a:extLst>
              <a:ext uri="{FF2B5EF4-FFF2-40B4-BE49-F238E27FC236}">
                <a16:creationId xmlns:a16="http://schemas.microsoft.com/office/drawing/2014/main" id="{9669B77A-99FD-2D60-4C94-FE5D13797052}"/>
              </a:ext>
              <a:ext uri="{C183D7F6-B498-43B3-948B-1728B52AA6E4}">
                <adec:decorative xmlns:adec="http://schemas.microsoft.com/office/drawing/2017/decorative" val="1"/>
              </a:ext>
            </a:extLst>
          </p:cNvPr>
          <p:cNvSpPr>
            <a:spLocks noGrp="1"/>
          </p:cNvSpPr>
          <p:nvPr>
            <p:ph type="pic" sz="quarter" idx="19" hasCustomPrompt="1"/>
          </p:nvPr>
        </p:nvSpPr>
        <p:spPr>
          <a:xfrm>
            <a:off x="571499" y="2947760"/>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9995676-25F6-4543-9E5B-989E058237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508305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495F953-AF61-3220-6737-C1F6862DC298}"/>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0457AE57-F2D8-437C-AC9C-E6ECCE2C3002}"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0080713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with Icons">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0C507CE-6937-A24E-0092-2FAE7F2631F0}"/>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E944DCE-BD3F-5994-51CD-692924824449}"/>
              </a:ext>
              <a:ext uri="{C183D7F6-B498-43B3-948B-1728B52AA6E4}">
                <adec:decorative xmlns:adec="http://schemas.microsoft.com/office/drawing/2017/decorative" val="1"/>
              </a:ext>
            </a:extLst>
          </p:cNvPr>
          <p:cNvSpPr>
            <a:spLocks noGrp="1"/>
          </p:cNvSpPr>
          <p:nvPr>
            <p:ph type="pic" sz="quarter" idx="19" hasCustomPrompt="1"/>
          </p:nvPr>
        </p:nvSpPr>
        <p:spPr>
          <a:xfrm>
            <a:off x="5714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15" name="Picture Placeholder 12">
            <a:extLst>
              <a:ext uri="{FF2B5EF4-FFF2-40B4-BE49-F238E27FC236}">
                <a16:creationId xmlns:a16="http://schemas.microsoft.com/office/drawing/2014/main" id="{94E4368B-BFE1-F75C-8C3E-DE2A86940FED}"/>
              </a:ext>
              <a:ext uri="{C183D7F6-B498-43B3-948B-1728B52AA6E4}">
                <adec:decorative xmlns:adec="http://schemas.microsoft.com/office/drawing/2017/decorative" val="1"/>
              </a:ext>
            </a:extLst>
          </p:cNvPr>
          <p:cNvSpPr>
            <a:spLocks noGrp="1"/>
          </p:cNvSpPr>
          <p:nvPr>
            <p:ph type="pic" sz="quarter" idx="20" hasCustomPrompt="1"/>
          </p:nvPr>
        </p:nvSpPr>
        <p:spPr>
          <a:xfrm>
            <a:off x="43306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1F2051F-B99E-43D1-BA66-EAD627E853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9202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 1/4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28">
            <a:extLst>
              <a:ext uri="{FF2B5EF4-FFF2-40B4-BE49-F238E27FC236}">
                <a16:creationId xmlns:a16="http://schemas.microsoft.com/office/drawing/2014/main" id="{49CF629A-7AF3-66CD-0D32-3BE10848832C}"/>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1406CC75-83FE-41F5-AD12-F41B02F537B4}"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6376079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Columns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2">
            <a:extLst>
              <a:ext uri="{FF2B5EF4-FFF2-40B4-BE49-F238E27FC236}">
                <a16:creationId xmlns:a16="http://schemas.microsoft.com/office/drawing/2014/main" id="{38387850-D4C4-CFC2-9884-391073D7ACF7}"/>
              </a:ext>
              <a:ext uri="{C183D7F6-B498-43B3-948B-1728B52AA6E4}">
                <adec:decorative xmlns:adec="http://schemas.microsoft.com/office/drawing/2017/decorative" val="1"/>
              </a:ext>
            </a:extLst>
          </p:cNvPr>
          <p:cNvSpPr>
            <a:spLocks noGrp="1"/>
          </p:cNvSpPr>
          <p:nvPr>
            <p:ph type="pic" sz="quarter" idx="21" hasCustomPrompt="1"/>
          </p:nvPr>
        </p:nvSpPr>
        <p:spPr>
          <a:xfrm>
            <a:off x="571499"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2" name="Picture Placeholder 12">
            <a:extLst>
              <a:ext uri="{FF2B5EF4-FFF2-40B4-BE49-F238E27FC236}">
                <a16:creationId xmlns:a16="http://schemas.microsoft.com/office/drawing/2014/main" id="{775C6465-934F-ACEA-12FC-D1028AC527BD}"/>
              </a:ext>
              <a:ext uri="{C183D7F6-B498-43B3-948B-1728B52AA6E4}">
                <adec:decorative xmlns:adec="http://schemas.microsoft.com/office/drawing/2017/decorative" val="1"/>
              </a:ext>
            </a:extLst>
          </p:cNvPr>
          <p:cNvSpPr>
            <a:spLocks noGrp="1"/>
          </p:cNvSpPr>
          <p:nvPr>
            <p:ph type="pic" sz="quarter" idx="22" hasCustomPrompt="1"/>
          </p:nvPr>
        </p:nvSpPr>
        <p:spPr>
          <a:xfrm>
            <a:off x="4342368"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3" name="Picture Placeholder 12">
            <a:extLst>
              <a:ext uri="{FF2B5EF4-FFF2-40B4-BE49-F238E27FC236}">
                <a16:creationId xmlns:a16="http://schemas.microsoft.com/office/drawing/2014/main" id="{0EDE01F0-DBB5-382D-6E34-A289FEEDBB73}"/>
              </a:ext>
              <a:ext uri="{C183D7F6-B498-43B3-948B-1728B52AA6E4}">
                <adec:decorative xmlns:adec="http://schemas.microsoft.com/office/drawing/2017/decorative" val="1"/>
              </a:ext>
            </a:extLst>
          </p:cNvPr>
          <p:cNvSpPr>
            <a:spLocks noGrp="1"/>
          </p:cNvSpPr>
          <p:nvPr>
            <p:ph type="pic" sz="quarter" idx="23" hasCustomPrompt="1"/>
          </p:nvPr>
        </p:nvSpPr>
        <p:spPr>
          <a:xfrm>
            <a:off x="8089900"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88966114-2432-4825-B9DE-9DD8135F3778}"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3163950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956604"/>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B62A884F-2D3B-4906-A93D-BA8920D5E7AD}"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8920809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3" name="Title 6">
            <a:extLst>
              <a:ext uri="{FF2B5EF4-FFF2-40B4-BE49-F238E27FC236}">
                <a16:creationId xmlns:a16="http://schemas.microsoft.com/office/drawing/2014/main" id="{0091A866-C45E-09D3-028F-31000BAE4888}"/>
              </a:ext>
            </a:extLst>
          </p:cNvPr>
          <p:cNvSpPr>
            <a:spLocks noGrp="1"/>
          </p:cNvSpPr>
          <p:nvPr>
            <p:ph type="title"/>
          </p:nvPr>
        </p:nvSpPr>
        <p:spPr>
          <a:xfrm>
            <a:off x="571500" y="571501"/>
            <a:ext cx="11049000" cy="990600"/>
          </a:xfrm>
        </p:spPr>
        <p:txBody>
          <a:bodyPr/>
          <a:lstStyle/>
          <a:p>
            <a:r>
              <a:rPr lang="en-US"/>
              <a:t>Click to edit Master title style</a:t>
            </a:r>
          </a:p>
        </p:txBody>
      </p:sp>
      <p:sp>
        <p:nvSpPr>
          <p:cNvPr id="22" name="Text Placeholder 11">
            <a:extLst>
              <a:ext uri="{FF2B5EF4-FFF2-40B4-BE49-F238E27FC236}">
                <a16:creationId xmlns:a16="http://schemas.microsoft.com/office/drawing/2014/main" id="{069ABE66-0172-A4A5-8CD5-A84CFD199B7D}"/>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342028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342028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622571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622571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0">
            <a:extLst>
              <a:ext uri="{FF2B5EF4-FFF2-40B4-BE49-F238E27FC236}">
                <a16:creationId xmlns:a16="http://schemas.microsoft.com/office/drawing/2014/main" id="{77BA680D-F489-978C-F5CD-6158E522CC5A}"/>
              </a:ext>
            </a:extLst>
          </p:cNvPr>
          <p:cNvSpPr>
            <a:spLocks noGrp="1"/>
          </p:cNvSpPr>
          <p:nvPr>
            <p:ph type="body" sz="quarter" idx="21"/>
          </p:nvPr>
        </p:nvSpPr>
        <p:spPr>
          <a:xfrm>
            <a:off x="903114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1" name="Text Placeholder 32">
            <a:extLst>
              <a:ext uri="{FF2B5EF4-FFF2-40B4-BE49-F238E27FC236}">
                <a16:creationId xmlns:a16="http://schemas.microsoft.com/office/drawing/2014/main" id="{08AD6B44-29E7-20A2-4157-96C73CB757D1}"/>
              </a:ext>
            </a:extLst>
          </p:cNvPr>
          <p:cNvSpPr>
            <a:spLocks noGrp="1"/>
          </p:cNvSpPr>
          <p:nvPr>
            <p:ph type="body" sz="quarter" idx="22"/>
          </p:nvPr>
        </p:nvSpPr>
        <p:spPr>
          <a:xfrm>
            <a:off x="903114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91619182-094A-423A-8918-33FFBFDD20BE}"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4101341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hoto_half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0"/>
            <a:ext cx="4698999" cy="1496014"/>
          </a:xfrm>
        </p:spPr>
        <p:txBody>
          <a:bodyPr/>
          <a:lstStyle>
            <a:lvl1pPr>
              <a:defRPr/>
            </a:lvl1pPr>
          </a:lstStyle>
          <a:p>
            <a:r>
              <a:rPr lang="en-US"/>
              <a:t>Click to edit Master title style</a:t>
            </a:r>
          </a:p>
        </p:txBody>
      </p:sp>
      <p:sp>
        <p:nvSpPr>
          <p:cNvPr id="14" name="Text Placeholder 11">
            <a:extLst>
              <a:ext uri="{FF2B5EF4-FFF2-40B4-BE49-F238E27FC236}">
                <a16:creationId xmlns:a16="http://schemas.microsoft.com/office/drawing/2014/main" id="{3922D895-6DAC-3F6B-92F7-49BE4290E8EC}"/>
              </a:ext>
            </a:extLst>
          </p:cNvPr>
          <p:cNvSpPr>
            <a:spLocks noGrp="1"/>
          </p:cNvSpPr>
          <p:nvPr>
            <p:ph type="body" sz="quarter" idx="20"/>
          </p:nvPr>
        </p:nvSpPr>
        <p:spPr>
          <a:xfrm>
            <a:off x="571500" y="2284684"/>
            <a:ext cx="4698999"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43FDA7E4-F9DC-BAAE-7246-750660152250}"/>
              </a:ext>
            </a:extLst>
          </p:cNvPr>
          <p:cNvSpPr>
            <a:spLocks noGrp="1"/>
          </p:cNvSpPr>
          <p:nvPr>
            <p:ph type="body" sz="quarter" idx="21"/>
          </p:nvPr>
        </p:nvSpPr>
        <p:spPr>
          <a:xfrm>
            <a:off x="571500" y="2933700"/>
            <a:ext cx="4698998"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9362EC05-C04F-9300-5A42-D37C44DB5F08}"/>
              </a:ext>
              <a:ext uri="{C183D7F6-B498-43B3-948B-1728B52AA6E4}">
                <adec:decorative xmlns:adec="http://schemas.microsoft.com/office/drawing/2017/decorative" val="0"/>
              </a:ext>
            </a:extLst>
          </p:cNvPr>
          <p:cNvSpPr>
            <a:spLocks noGrp="1"/>
          </p:cNvSpPr>
          <p:nvPr>
            <p:ph type="pic" sz="quarter" idx="13"/>
          </p:nvPr>
        </p:nvSpPr>
        <p:spPr>
          <a:xfrm>
            <a:off x="6921500" y="2"/>
            <a:ext cx="5270500" cy="6857998"/>
          </a:xfrm>
          <a:custGeom>
            <a:avLst/>
            <a:gdLst>
              <a:gd name="connsiteX0" fmla="*/ 878414 w 5270500"/>
              <a:gd name="connsiteY0" fmla="*/ 0 h 6857998"/>
              <a:gd name="connsiteX1" fmla="*/ 5270500 w 5270500"/>
              <a:gd name="connsiteY1" fmla="*/ 0 h 6857998"/>
              <a:gd name="connsiteX2" fmla="*/ 5270500 w 5270500"/>
              <a:gd name="connsiteY2" fmla="*/ 6857998 h 6857998"/>
              <a:gd name="connsiteX3" fmla="*/ 0 w 5270500"/>
              <a:gd name="connsiteY3" fmla="*/ 6857998 h 6857998"/>
              <a:gd name="connsiteX4" fmla="*/ 0 w 5270500"/>
              <a:gd name="connsiteY4" fmla="*/ 878432 h 6857998"/>
              <a:gd name="connsiteX5" fmla="*/ 701399 w 5270500"/>
              <a:gd name="connsiteY5" fmla="*/ 1784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0500" h="6857998">
                <a:moveTo>
                  <a:pt x="878414" y="0"/>
                </a:moveTo>
                <a:lnTo>
                  <a:pt x="5270500" y="0"/>
                </a:lnTo>
                <a:lnTo>
                  <a:pt x="5270500" y="6857998"/>
                </a:lnTo>
                <a:lnTo>
                  <a:pt x="0" y="6857998"/>
                </a:lnTo>
                <a:lnTo>
                  <a:pt x="0" y="878432"/>
                </a:lnTo>
                <a:cubicBezTo>
                  <a:pt x="0" y="453929"/>
                  <a:pt x="301111" y="99755"/>
                  <a:pt x="701399" y="17845"/>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6C970766-A0DE-4D3D-9297-AE4E4A3F0010}"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1334968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hoto_third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4" name="Text Placeholder 11">
            <a:extLst>
              <a:ext uri="{FF2B5EF4-FFF2-40B4-BE49-F238E27FC236}">
                <a16:creationId xmlns:a16="http://schemas.microsoft.com/office/drawing/2014/main" id="{C27851C0-8280-23F1-C1F1-61A42B09F85B}"/>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2" name="Subtitle 2">
            <a:extLst>
              <a:ext uri="{FF2B5EF4-FFF2-40B4-BE49-F238E27FC236}">
                <a16:creationId xmlns:a16="http://schemas.microsoft.com/office/drawing/2014/main" id="{16225857-C4D6-9156-FF86-1348FDCB6D11}"/>
              </a:ext>
            </a:extLst>
          </p:cNvPr>
          <p:cNvSpPr>
            <a:spLocks noGrp="1"/>
          </p:cNvSpPr>
          <p:nvPr>
            <p:ph type="subTitle" idx="1" hasCustomPrompt="1"/>
          </p:nvPr>
        </p:nvSpPr>
        <p:spPr>
          <a:xfrm>
            <a:off x="571500" y="2918121"/>
            <a:ext cx="6350000" cy="293709"/>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71501"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9" name="Text Placeholder 32">
            <a:extLst>
              <a:ext uri="{FF2B5EF4-FFF2-40B4-BE49-F238E27FC236}">
                <a16:creationId xmlns:a16="http://schemas.microsoft.com/office/drawing/2014/main" id="{6395F50F-03AE-E8C0-39C5-4765FEF8C0E1}"/>
              </a:ext>
              <a:ext uri="{C183D7F6-B498-43B3-948B-1728B52AA6E4}">
                <adec:decorative xmlns:adec="http://schemas.microsoft.com/office/drawing/2017/decorative" val="1"/>
              </a:ext>
            </a:extLst>
          </p:cNvPr>
          <p:cNvSpPr>
            <a:spLocks noGrp="1"/>
          </p:cNvSpPr>
          <p:nvPr>
            <p:ph type="body" sz="quarter" idx="18"/>
          </p:nvPr>
        </p:nvSpPr>
        <p:spPr>
          <a:xfrm>
            <a:off x="808990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4AB02D3-C7A9-454D-B586-FE573B7831B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8816614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_third_righ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ECC70FFE-BF3E-02B9-699B-53E272819994}"/>
              </a:ext>
              <a:ext uri="{C183D7F6-B498-43B3-948B-1728B52AA6E4}">
                <adec:decorative xmlns:adec="http://schemas.microsoft.com/office/drawing/2017/decorative" val="1"/>
              </a:ext>
            </a:extLst>
          </p:cNvPr>
          <p:cNvSpPr>
            <a:spLocks noGrp="1"/>
          </p:cNvSpPr>
          <p:nvPr>
            <p:ph type="body" sz="quarter" idx="21"/>
          </p:nvPr>
        </p:nvSpPr>
        <p:spPr>
          <a:xfrm flipV="1">
            <a:off x="7883196"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7" name="Text Placeholder 11">
            <a:extLst>
              <a:ext uri="{FF2B5EF4-FFF2-40B4-BE49-F238E27FC236}">
                <a16:creationId xmlns:a16="http://schemas.microsoft.com/office/drawing/2014/main" id="{EAE323B5-0A5C-89A7-C0D7-30257C0D5146}"/>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4">
            <a:extLst>
              <a:ext uri="{FF2B5EF4-FFF2-40B4-BE49-F238E27FC236}">
                <a16:creationId xmlns:a16="http://schemas.microsoft.com/office/drawing/2014/main" id="{195D5926-FB0E-C7F6-1983-73CB44AB727C}"/>
              </a:ext>
            </a:extLst>
          </p:cNvPr>
          <p:cNvSpPr>
            <a:spLocks noGrp="1"/>
          </p:cNvSpPr>
          <p:nvPr>
            <p:ph type="body" sz="quarter" idx="17"/>
          </p:nvPr>
        </p:nvSpPr>
        <p:spPr>
          <a:xfrm>
            <a:off x="571500"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9" name="Text Placeholder 4">
            <a:extLst>
              <a:ext uri="{FF2B5EF4-FFF2-40B4-BE49-F238E27FC236}">
                <a16:creationId xmlns:a16="http://schemas.microsoft.com/office/drawing/2014/main" id="{81D78CD3-B954-C0DB-3DDF-CD9A9BB6C47B}"/>
              </a:ext>
            </a:extLst>
          </p:cNvPr>
          <p:cNvSpPr>
            <a:spLocks noGrp="1"/>
          </p:cNvSpPr>
          <p:nvPr>
            <p:ph type="body" sz="quarter" idx="14"/>
          </p:nvPr>
        </p:nvSpPr>
        <p:spPr>
          <a:xfrm>
            <a:off x="571500"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5" name="Text Placeholder 4">
            <a:extLst>
              <a:ext uri="{FF2B5EF4-FFF2-40B4-BE49-F238E27FC236}">
                <a16:creationId xmlns:a16="http://schemas.microsoft.com/office/drawing/2014/main" id="{1D1623CA-F223-1E5B-6F17-3723B18F9018}"/>
              </a:ext>
            </a:extLst>
          </p:cNvPr>
          <p:cNvSpPr>
            <a:spLocks noGrp="1"/>
          </p:cNvSpPr>
          <p:nvPr>
            <p:ph type="body" sz="quarter" idx="18"/>
          </p:nvPr>
        </p:nvSpPr>
        <p:spPr>
          <a:xfrm>
            <a:off x="41020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0" name="Text Placeholder 4">
            <a:extLst>
              <a:ext uri="{FF2B5EF4-FFF2-40B4-BE49-F238E27FC236}">
                <a16:creationId xmlns:a16="http://schemas.microsoft.com/office/drawing/2014/main" id="{4FD2E3CA-F145-A813-AECE-20ED6EF76227}"/>
              </a:ext>
            </a:extLst>
          </p:cNvPr>
          <p:cNvSpPr>
            <a:spLocks noGrp="1"/>
          </p:cNvSpPr>
          <p:nvPr>
            <p:ph type="body" sz="quarter" idx="15"/>
          </p:nvPr>
        </p:nvSpPr>
        <p:spPr>
          <a:xfrm>
            <a:off x="41020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81796AC-88DE-4A9D-94D8-870B53E7B69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498829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photo_third_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11" name="Text Placeholder 32">
            <a:extLst>
              <a:ext uri="{FF2B5EF4-FFF2-40B4-BE49-F238E27FC236}">
                <a16:creationId xmlns:a16="http://schemas.microsoft.com/office/drawing/2014/main" id="{AB7D0DB1-254B-5D9D-D5C0-6D4E1D686204}"/>
              </a:ext>
              <a:ext uri="{C183D7F6-B498-43B3-948B-1728B52AA6E4}">
                <adec:decorative xmlns:adec="http://schemas.microsoft.com/office/drawing/2017/decorative" val="1"/>
              </a:ext>
            </a:extLst>
          </p:cNvPr>
          <p:cNvSpPr>
            <a:spLocks noGrp="1"/>
          </p:cNvSpPr>
          <p:nvPr>
            <p:ph type="body" sz="quarter" idx="18"/>
          </p:nvPr>
        </p:nvSpPr>
        <p:spPr>
          <a:xfrm flipH="1">
            <a:off x="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4CB9A307-4C15-CC3B-D099-CDF4FB8FE8B4}"/>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Subtitle 2">
            <a:extLst>
              <a:ext uri="{FF2B5EF4-FFF2-40B4-BE49-F238E27FC236}">
                <a16:creationId xmlns:a16="http://schemas.microsoft.com/office/drawing/2014/main" id="{DFE5D373-AD47-DABF-439C-D2AAFBBB14F0}"/>
              </a:ext>
            </a:extLst>
          </p:cNvPr>
          <p:cNvSpPr>
            <a:spLocks noGrp="1"/>
          </p:cNvSpPr>
          <p:nvPr>
            <p:ph type="subTitle" idx="1"/>
          </p:nvPr>
        </p:nvSpPr>
        <p:spPr>
          <a:xfrm>
            <a:off x="5270499" y="2933700"/>
            <a:ext cx="6350000" cy="278130"/>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5" name="Text Placeholder 4">
            <a:extLst>
              <a:ext uri="{FF2B5EF4-FFF2-40B4-BE49-F238E27FC236}">
                <a16:creationId xmlns:a16="http://schemas.microsoft.com/office/drawing/2014/main" id="{0C4347A8-EF40-BE1A-C026-0D94EDDEA20D}"/>
              </a:ext>
            </a:extLst>
          </p:cNvPr>
          <p:cNvSpPr>
            <a:spLocks noGrp="1"/>
          </p:cNvSpPr>
          <p:nvPr>
            <p:ph type="body" sz="quarter" idx="14"/>
          </p:nvPr>
        </p:nvSpPr>
        <p:spPr>
          <a:xfrm>
            <a:off x="5270499"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1BB77172-0749-4E0E-9B6A-F413C259FECA}"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pic>
        <p:nvPicPr>
          <p:cNvPr id="6" name="Picture 9">
            <a:extLst>
              <a:ext uri="{FF2B5EF4-FFF2-40B4-BE49-F238E27FC236}">
                <a16:creationId xmlns:a16="http://schemas.microsoft.com/office/drawing/2014/main" id="{3F372DAC-5C00-6EBC-F47E-16BDB956F2E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16017176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photo_third_lef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95E3C691-3C6F-16D9-CD11-E29E483EF7E6}"/>
              </a:ext>
              <a:ext uri="{C183D7F6-B498-43B3-948B-1728B52AA6E4}">
                <adec:decorative xmlns:adec="http://schemas.microsoft.com/office/drawing/2017/decorative" val="1"/>
              </a:ext>
            </a:extLst>
          </p:cNvPr>
          <p:cNvSpPr>
            <a:spLocks noGrp="1"/>
          </p:cNvSpPr>
          <p:nvPr>
            <p:ph type="body" sz="quarter" idx="21"/>
          </p:nvPr>
        </p:nvSpPr>
        <p:spPr>
          <a:xfrm flipH="1" flipV="1">
            <a:off x="4104352"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8" name="Text Placeholder 11">
            <a:extLst>
              <a:ext uri="{FF2B5EF4-FFF2-40B4-BE49-F238E27FC236}">
                <a16:creationId xmlns:a16="http://schemas.microsoft.com/office/drawing/2014/main" id="{885CA1CD-9BBA-9285-E1BD-B5AB570B458E}"/>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3" name="Text Placeholder 4">
            <a:extLst>
              <a:ext uri="{FF2B5EF4-FFF2-40B4-BE49-F238E27FC236}">
                <a16:creationId xmlns:a16="http://schemas.microsoft.com/office/drawing/2014/main" id="{A9B2EE4D-8894-FFF6-81F9-09770B6A942B}"/>
              </a:ext>
            </a:extLst>
          </p:cNvPr>
          <p:cNvSpPr>
            <a:spLocks noGrp="1"/>
          </p:cNvSpPr>
          <p:nvPr>
            <p:ph type="body" sz="quarter" idx="17"/>
          </p:nvPr>
        </p:nvSpPr>
        <p:spPr>
          <a:xfrm>
            <a:off x="52704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2704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4" name="Text Placeholder 4">
            <a:extLst>
              <a:ext uri="{FF2B5EF4-FFF2-40B4-BE49-F238E27FC236}">
                <a16:creationId xmlns:a16="http://schemas.microsoft.com/office/drawing/2014/main" id="{65493958-D063-A5AB-FF6D-6B0870D48633}"/>
              </a:ext>
            </a:extLst>
          </p:cNvPr>
          <p:cNvSpPr>
            <a:spLocks noGrp="1"/>
          </p:cNvSpPr>
          <p:nvPr>
            <p:ph type="body" sz="quarter" idx="18"/>
          </p:nvPr>
        </p:nvSpPr>
        <p:spPr>
          <a:xfrm>
            <a:off x="8801098"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7" name="Text Placeholder 4">
            <a:extLst>
              <a:ext uri="{FF2B5EF4-FFF2-40B4-BE49-F238E27FC236}">
                <a16:creationId xmlns:a16="http://schemas.microsoft.com/office/drawing/2014/main" id="{3C7D1E9E-C87F-6281-20CA-A6F4971CF76C}"/>
              </a:ext>
            </a:extLst>
          </p:cNvPr>
          <p:cNvSpPr>
            <a:spLocks noGrp="1"/>
          </p:cNvSpPr>
          <p:nvPr>
            <p:ph type="body" sz="quarter" idx="15"/>
          </p:nvPr>
        </p:nvSpPr>
        <p:spPr>
          <a:xfrm>
            <a:off x="8801098" y="3395132"/>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9D9A883A-4ED7-43C0-B9DF-CCC4B6277E4B}"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36321274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DC99-F1D8-5639-4F64-74567F887E69}"/>
              </a:ext>
            </a:extLst>
          </p:cNvPr>
          <p:cNvSpPr>
            <a:spLocks noGrp="1"/>
          </p:cNvSpPr>
          <p:nvPr>
            <p:ph type="title"/>
          </p:nvPr>
        </p:nvSpPr>
        <p:spPr>
          <a:xfrm>
            <a:off x="571500" y="571500"/>
            <a:ext cx="3530600" cy="3352800"/>
          </a:xfrm>
        </p:spPr>
        <p:txBody>
          <a:bodyPr/>
          <a:lstStyle/>
          <a:p>
            <a:r>
              <a:rPr lang="en-US"/>
              <a:t>Click to edit Master title style</a:t>
            </a:r>
          </a:p>
        </p:txBody>
      </p:sp>
      <p:sp>
        <p:nvSpPr>
          <p:cNvPr id="8" name="Text Placeholder 7">
            <a:extLst>
              <a:ext uri="{FF2B5EF4-FFF2-40B4-BE49-F238E27FC236}">
                <a16:creationId xmlns:a16="http://schemas.microsoft.com/office/drawing/2014/main" id="{0A764630-7F5E-DBF9-276D-57EE727943FC}"/>
              </a:ext>
            </a:extLst>
          </p:cNvPr>
          <p:cNvSpPr>
            <a:spLocks noGrp="1"/>
          </p:cNvSpPr>
          <p:nvPr>
            <p:ph type="body" sz="quarter" idx="13"/>
          </p:nvPr>
        </p:nvSpPr>
        <p:spPr>
          <a:xfrm>
            <a:off x="571500" y="4114800"/>
            <a:ext cx="3530600" cy="1371600"/>
          </a:xfrm>
        </p:spPr>
        <p:txBody>
          <a:bodyPr/>
          <a:lstStyle>
            <a:lvl1pPr marL="0" indent="0">
              <a:lnSpc>
                <a:spcPct val="90000"/>
              </a:lnSpc>
              <a:buNone/>
              <a:defRPr sz="2200" b="0"/>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5" name="Picture Placeholder 24">
            <a:extLst>
              <a:ext uri="{FF2B5EF4-FFF2-40B4-BE49-F238E27FC236}">
                <a16:creationId xmlns:a16="http://schemas.microsoft.com/office/drawing/2014/main" id="{D5173095-388F-9E87-760D-6E1513F2D5A4}"/>
              </a:ext>
              <a:ext uri="{C183D7F6-B498-43B3-948B-1728B52AA6E4}">
                <adec:decorative xmlns:adec="http://schemas.microsoft.com/office/drawing/2017/decorative" val="0"/>
              </a:ext>
            </a:extLst>
          </p:cNvPr>
          <p:cNvSpPr>
            <a:spLocks noGrp="1"/>
          </p:cNvSpPr>
          <p:nvPr>
            <p:ph type="pic" sz="quarter" idx="14"/>
          </p:nvPr>
        </p:nvSpPr>
        <p:spPr>
          <a:xfrm>
            <a:off x="5276850" y="571500"/>
            <a:ext cx="1644650" cy="548640"/>
          </a:xfrm>
        </p:spPr>
        <p:txBody>
          <a:bodyPr/>
          <a:lstStyle>
            <a:lvl1pPr marL="0" indent="0">
              <a:buNone/>
              <a:defRPr sz="1000"/>
            </a:lvl1pPr>
          </a:lstStyle>
          <a:p>
            <a:r>
              <a:rPr lang="en-US"/>
              <a:t>Click icon to add picture</a:t>
            </a:r>
          </a:p>
        </p:txBody>
      </p:sp>
      <p:sp>
        <p:nvSpPr>
          <p:cNvPr id="26" name="Picture Placeholder 24">
            <a:extLst>
              <a:ext uri="{FF2B5EF4-FFF2-40B4-BE49-F238E27FC236}">
                <a16:creationId xmlns:a16="http://schemas.microsoft.com/office/drawing/2014/main" id="{52EFFE21-F8F5-392E-7641-CB8AE1CB4480}"/>
              </a:ext>
              <a:ext uri="{C183D7F6-B498-43B3-948B-1728B52AA6E4}">
                <adec:decorative xmlns:adec="http://schemas.microsoft.com/office/drawing/2017/decorative" val="0"/>
              </a:ext>
            </a:extLst>
          </p:cNvPr>
          <p:cNvSpPr>
            <a:spLocks noGrp="1"/>
          </p:cNvSpPr>
          <p:nvPr>
            <p:ph type="pic" sz="quarter" idx="15"/>
          </p:nvPr>
        </p:nvSpPr>
        <p:spPr>
          <a:xfrm>
            <a:off x="7623602" y="571500"/>
            <a:ext cx="1644650" cy="548640"/>
          </a:xfrm>
        </p:spPr>
        <p:txBody>
          <a:bodyPr/>
          <a:lstStyle>
            <a:lvl1pPr marL="0" indent="0">
              <a:buNone/>
              <a:defRPr sz="1000"/>
            </a:lvl1pPr>
          </a:lstStyle>
          <a:p>
            <a:r>
              <a:rPr lang="en-US"/>
              <a:t>Click icon to add picture</a:t>
            </a:r>
          </a:p>
        </p:txBody>
      </p:sp>
      <p:sp>
        <p:nvSpPr>
          <p:cNvPr id="27" name="Picture Placeholder 24">
            <a:extLst>
              <a:ext uri="{FF2B5EF4-FFF2-40B4-BE49-F238E27FC236}">
                <a16:creationId xmlns:a16="http://schemas.microsoft.com/office/drawing/2014/main" id="{B07B539B-6B6D-B160-FED9-9960E8760269}"/>
              </a:ext>
              <a:ext uri="{C183D7F6-B498-43B3-948B-1728B52AA6E4}">
                <adec:decorative xmlns:adec="http://schemas.microsoft.com/office/drawing/2017/decorative" val="0"/>
              </a:ext>
            </a:extLst>
          </p:cNvPr>
          <p:cNvSpPr>
            <a:spLocks noGrp="1"/>
          </p:cNvSpPr>
          <p:nvPr>
            <p:ph type="pic" sz="quarter" idx="16"/>
          </p:nvPr>
        </p:nvSpPr>
        <p:spPr>
          <a:xfrm>
            <a:off x="9970355" y="571500"/>
            <a:ext cx="1644650" cy="548640"/>
          </a:xfrm>
        </p:spPr>
        <p:txBody>
          <a:bodyPr/>
          <a:lstStyle>
            <a:lvl1pPr marL="0" indent="0">
              <a:buNone/>
              <a:defRPr sz="1000"/>
            </a:lvl1pPr>
          </a:lstStyle>
          <a:p>
            <a:r>
              <a:rPr lang="en-US"/>
              <a:t>Click icon to add picture</a:t>
            </a:r>
          </a:p>
        </p:txBody>
      </p:sp>
      <p:sp>
        <p:nvSpPr>
          <p:cNvPr id="28" name="Picture Placeholder 24">
            <a:extLst>
              <a:ext uri="{FF2B5EF4-FFF2-40B4-BE49-F238E27FC236}">
                <a16:creationId xmlns:a16="http://schemas.microsoft.com/office/drawing/2014/main" id="{8D69C67D-40FC-9076-CFD4-F5730D1D7D01}"/>
              </a:ext>
              <a:ext uri="{C183D7F6-B498-43B3-948B-1728B52AA6E4}">
                <adec:decorative xmlns:adec="http://schemas.microsoft.com/office/drawing/2017/decorative" val="0"/>
              </a:ext>
            </a:extLst>
          </p:cNvPr>
          <p:cNvSpPr>
            <a:spLocks noGrp="1"/>
          </p:cNvSpPr>
          <p:nvPr>
            <p:ph type="pic" sz="quarter" idx="17"/>
          </p:nvPr>
        </p:nvSpPr>
        <p:spPr>
          <a:xfrm>
            <a:off x="5276850" y="1731657"/>
            <a:ext cx="1644650" cy="548640"/>
          </a:xfrm>
        </p:spPr>
        <p:txBody>
          <a:bodyPr/>
          <a:lstStyle>
            <a:lvl1pPr marL="0" indent="0">
              <a:buNone/>
              <a:defRPr sz="1000"/>
            </a:lvl1pPr>
          </a:lstStyle>
          <a:p>
            <a:r>
              <a:rPr lang="en-US"/>
              <a:t>Click icon to add picture</a:t>
            </a:r>
          </a:p>
        </p:txBody>
      </p:sp>
      <p:sp>
        <p:nvSpPr>
          <p:cNvPr id="29" name="Picture Placeholder 24">
            <a:extLst>
              <a:ext uri="{FF2B5EF4-FFF2-40B4-BE49-F238E27FC236}">
                <a16:creationId xmlns:a16="http://schemas.microsoft.com/office/drawing/2014/main" id="{5790B19A-3C34-B845-1A01-5EEA0290B8C5}"/>
              </a:ext>
              <a:ext uri="{C183D7F6-B498-43B3-948B-1728B52AA6E4}">
                <adec:decorative xmlns:adec="http://schemas.microsoft.com/office/drawing/2017/decorative" val="0"/>
              </a:ext>
            </a:extLst>
          </p:cNvPr>
          <p:cNvSpPr>
            <a:spLocks noGrp="1"/>
          </p:cNvSpPr>
          <p:nvPr>
            <p:ph type="pic" sz="quarter" idx="18"/>
          </p:nvPr>
        </p:nvSpPr>
        <p:spPr>
          <a:xfrm>
            <a:off x="7623602" y="1731657"/>
            <a:ext cx="1644650" cy="548640"/>
          </a:xfrm>
        </p:spPr>
        <p:txBody>
          <a:bodyPr/>
          <a:lstStyle>
            <a:lvl1pPr marL="0" indent="0">
              <a:buNone/>
              <a:defRPr sz="1000"/>
            </a:lvl1pPr>
          </a:lstStyle>
          <a:p>
            <a:r>
              <a:rPr lang="en-US"/>
              <a:t>Click icon to add picture</a:t>
            </a:r>
          </a:p>
        </p:txBody>
      </p:sp>
      <p:sp>
        <p:nvSpPr>
          <p:cNvPr id="30" name="Picture Placeholder 24">
            <a:extLst>
              <a:ext uri="{FF2B5EF4-FFF2-40B4-BE49-F238E27FC236}">
                <a16:creationId xmlns:a16="http://schemas.microsoft.com/office/drawing/2014/main" id="{F434CBE1-526D-B01C-F4A7-A2A17928CF11}"/>
              </a:ext>
              <a:ext uri="{C183D7F6-B498-43B3-948B-1728B52AA6E4}">
                <adec:decorative xmlns:adec="http://schemas.microsoft.com/office/drawing/2017/decorative" val="0"/>
              </a:ext>
            </a:extLst>
          </p:cNvPr>
          <p:cNvSpPr>
            <a:spLocks noGrp="1"/>
          </p:cNvSpPr>
          <p:nvPr>
            <p:ph type="pic" sz="quarter" idx="19"/>
          </p:nvPr>
        </p:nvSpPr>
        <p:spPr>
          <a:xfrm>
            <a:off x="9970355" y="1731657"/>
            <a:ext cx="1644650" cy="548640"/>
          </a:xfrm>
        </p:spPr>
        <p:txBody>
          <a:bodyPr/>
          <a:lstStyle>
            <a:lvl1pPr marL="0" indent="0">
              <a:buNone/>
              <a:defRPr sz="1000"/>
            </a:lvl1pPr>
          </a:lstStyle>
          <a:p>
            <a:r>
              <a:rPr lang="en-US"/>
              <a:t>Click icon to add picture</a:t>
            </a:r>
          </a:p>
        </p:txBody>
      </p:sp>
      <p:sp>
        <p:nvSpPr>
          <p:cNvPr id="31" name="Picture Placeholder 24">
            <a:extLst>
              <a:ext uri="{FF2B5EF4-FFF2-40B4-BE49-F238E27FC236}">
                <a16:creationId xmlns:a16="http://schemas.microsoft.com/office/drawing/2014/main" id="{A707561E-5916-786D-8742-34F322CC63A6}"/>
              </a:ext>
              <a:ext uri="{C183D7F6-B498-43B3-948B-1728B52AA6E4}">
                <adec:decorative xmlns:adec="http://schemas.microsoft.com/office/drawing/2017/decorative" val="0"/>
              </a:ext>
            </a:extLst>
          </p:cNvPr>
          <p:cNvSpPr>
            <a:spLocks noGrp="1"/>
          </p:cNvSpPr>
          <p:nvPr>
            <p:ph type="pic" sz="quarter" idx="20"/>
          </p:nvPr>
        </p:nvSpPr>
        <p:spPr>
          <a:xfrm>
            <a:off x="5276850" y="2891814"/>
            <a:ext cx="1644650" cy="548640"/>
          </a:xfrm>
        </p:spPr>
        <p:txBody>
          <a:bodyPr/>
          <a:lstStyle>
            <a:lvl1pPr marL="0" indent="0">
              <a:buNone/>
              <a:defRPr sz="1000"/>
            </a:lvl1pPr>
          </a:lstStyle>
          <a:p>
            <a:r>
              <a:rPr lang="en-US"/>
              <a:t>Click icon to add picture</a:t>
            </a:r>
          </a:p>
        </p:txBody>
      </p:sp>
      <p:sp>
        <p:nvSpPr>
          <p:cNvPr id="32" name="Picture Placeholder 24">
            <a:extLst>
              <a:ext uri="{FF2B5EF4-FFF2-40B4-BE49-F238E27FC236}">
                <a16:creationId xmlns:a16="http://schemas.microsoft.com/office/drawing/2014/main" id="{DDC5815B-E2FE-F8D4-A3F1-C8E45F43D45C}"/>
              </a:ext>
              <a:ext uri="{C183D7F6-B498-43B3-948B-1728B52AA6E4}">
                <adec:decorative xmlns:adec="http://schemas.microsoft.com/office/drawing/2017/decorative" val="0"/>
              </a:ext>
            </a:extLst>
          </p:cNvPr>
          <p:cNvSpPr>
            <a:spLocks noGrp="1"/>
          </p:cNvSpPr>
          <p:nvPr>
            <p:ph type="pic" sz="quarter" idx="21"/>
          </p:nvPr>
        </p:nvSpPr>
        <p:spPr>
          <a:xfrm>
            <a:off x="7623602" y="2891814"/>
            <a:ext cx="1644650" cy="548640"/>
          </a:xfrm>
        </p:spPr>
        <p:txBody>
          <a:bodyPr/>
          <a:lstStyle>
            <a:lvl1pPr marL="0" indent="0">
              <a:buNone/>
              <a:defRPr sz="1000"/>
            </a:lvl1pPr>
          </a:lstStyle>
          <a:p>
            <a:r>
              <a:rPr lang="en-US"/>
              <a:t>Click icon to add picture</a:t>
            </a:r>
          </a:p>
        </p:txBody>
      </p:sp>
      <p:sp>
        <p:nvSpPr>
          <p:cNvPr id="33" name="Picture Placeholder 24">
            <a:extLst>
              <a:ext uri="{FF2B5EF4-FFF2-40B4-BE49-F238E27FC236}">
                <a16:creationId xmlns:a16="http://schemas.microsoft.com/office/drawing/2014/main" id="{AD12602F-26DC-0185-2333-B1171B64AB04}"/>
              </a:ext>
              <a:ext uri="{C183D7F6-B498-43B3-948B-1728B52AA6E4}">
                <adec:decorative xmlns:adec="http://schemas.microsoft.com/office/drawing/2017/decorative" val="0"/>
              </a:ext>
            </a:extLst>
          </p:cNvPr>
          <p:cNvSpPr>
            <a:spLocks noGrp="1"/>
          </p:cNvSpPr>
          <p:nvPr>
            <p:ph type="pic" sz="quarter" idx="22"/>
          </p:nvPr>
        </p:nvSpPr>
        <p:spPr>
          <a:xfrm>
            <a:off x="9970355" y="2891814"/>
            <a:ext cx="1644650" cy="548640"/>
          </a:xfrm>
        </p:spPr>
        <p:txBody>
          <a:bodyPr/>
          <a:lstStyle>
            <a:lvl1pPr marL="0" indent="0">
              <a:buNone/>
              <a:defRPr sz="1000"/>
            </a:lvl1pPr>
          </a:lstStyle>
          <a:p>
            <a:r>
              <a:rPr lang="en-US"/>
              <a:t>Click icon to add picture</a:t>
            </a:r>
          </a:p>
        </p:txBody>
      </p:sp>
      <p:sp>
        <p:nvSpPr>
          <p:cNvPr id="34" name="Picture Placeholder 24">
            <a:extLst>
              <a:ext uri="{FF2B5EF4-FFF2-40B4-BE49-F238E27FC236}">
                <a16:creationId xmlns:a16="http://schemas.microsoft.com/office/drawing/2014/main" id="{E898C53E-ACB6-1B62-7DCB-A1B05274278D}"/>
              </a:ext>
              <a:ext uri="{C183D7F6-B498-43B3-948B-1728B52AA6E4}">
                <adec:decorative xmlns:adec="http://schemas.microsoft.com/office/drawing/2017/decorative" val="0"/>
              </a:ext>
            </a:extLst>
          </p:cNvPr>
          <p:cNvSpPr>
            <a:spLocks noGrp="1"/>
          </p:cNvSpPr>
          <p:nvPr>
            <p:ph type="pic" sz="quarter" idx="23"/>
          </p:nvPr>
        </p:nvSpPr>
        <p:spPr>
          <a:xfrm>
            <a:off x="5276850" y="4051971"/>
            <a:ext cx="1644650" cy="548640"/>
          </a:xfrm>
        </p:spPr>
        <p:txBody>
          <a:bodyPr/>
          <a:lstStyle>
            <a:lvl1pPr marL="0" indent="0">
              <a:buNone/>
              <a:defRPr sz="1000"/>
            </a:lvl1pPr>
          </a:lstStyle>
          <a:p>
            <a:r>
              <a:rPr lang="en-US"/>
              <a:t>Click icon to add picture</a:t>
            </a:r>
          </a:p>
        </p:txBody>
      </p:sp>
      <p:sp>
        <p:nvSpPr>
          <p:cNvPr id="35" name="Picture Placeholder 24">
            <a:extLst>
              <a:ext uri="{FF2B5EF4-FFF2-40B4-BE49-F238E27FC236}">
                <a16:creationId xmlns:a16="http://schemas.microsoft.com/office/drawing/2014/main" id="{731E74E5-141E-80AB-9B00-1B5E0FEED1BC}"/>
              </a:ext>
              <a:ext uri="{C183D7F6-B498-43B3-948B-1728B52AA6E4}">
                <adec:decorative xmlns:adec="http://schemas.microsoft.com/office/drawing/2017/decorative" val="0"/>
              </a:ext>
            </a:extLst>
          </p:cNvPr>
          <p:cNvSpPr>
            <a:spLocks noGrp="1"/>
          </p:cNvSpPr>
          <p:nvPr>
            <p:ph type="pic" sz="quarter" idx="24"/>
          </p:nvPr>
        </p:nvSpPr>
        <p:spPr>
          <a:xfrm>
            <a:off x="7623602" y="4051971"/>
            <a:ext cx="1644650" cy="548640"/>
          </a:xfrm>
        </p:spPr>
        <p:txBody>
          <a:bodyPr/>
          <a:lstStyle>
            <a:lvl1pPr marL="0" indent="0">
              <a:buNone/>
              <a:defRPr sz="1000"/>
            </a:lvl1pPr>
          </a:lstStyle>
          <a:p>
            <a:r>
              <a:rPr lang="en-US"/>
              <a:t>Click icon to add picture</a:t>
            </a:r>
          </a:p>
        </p:txBody>
      </p:sp>
      <p:sp>
        <p:nvSpPr>
          <p:cNvPr id="36" name="Picture Placeholder 24">
            <a:extLst>
              <a:ext uri="{FF2B5EF4-FFF2-40B4-BE49-F238E27FC236}">
                <a16:creationId xmlns:a16="http://schemas.microsoft.com/office/drawing/2014/main" id="{826937F0-56E3-26CF-5EC8-F8F85E77D05F}"/>
              </a:ext>
              <a:ext uri="{C183D7F6-B498-43B3-948B-1728B52AA6E4}">
                <adec:decorative xmlns:adec="http://schemas.microsoft.com/office/drawing/2017/decorative" val="0"/>
              </a:ext>
            </a:extLst>
          </p:cNvPr>
          <p:cNvSpPr>
            <a:spLocks noGrp="1"/>
          </p:cNvSpPr>
          <p:nvPr>
            <p:ph type="pic" sz="quarter" idx="25"/>
          </p:nvPr>
        </p:nvSpPr>
        <p:spPr>
          <a:xfrm>
            <a:off x="9970355" y="4051971"/>
            <a:ext cx="1644650" cy="548640"/>
          </a:xfrm>
        </p:spPr>
        <p:txBody>
          <a:bodyPr/>
          <a:lstStyle>
            <a:lvl1pPr marL="0" indent="0">
              <a:buNone/>
              <a:defRPr sz="1000"/>
            </a:lvl1pPr>
          </a:lstStyle>
          <a:p>
            <a:r>
              <a:rPr lang="en-US"/>
              <a:t>Click icon to add picture</a:t>
            </a:r>
          </a:p>
        </p:txBody>
      </p:sp>
      <p:sp>
        <p:nvSpPr>
          <p:cNvPr id="37" name="Picture Placeholder 24">
            <a:extLst>
              <a:ext uri="{FF2B5EF4-FFF2-40B4-BE49-F238E27FC236}">
                <a16:creationId xmlns:a16="http://schemas.microsoft.com/office/drawing/2014/main" id="{211A642A-7EAD-CCEF-F33A-96AAD329D781}"/>
              </a:ext>
              <a:ext uri="{C183D7F6-B498-43B3-948B-1728B52AA6E4}">
                <adec:decorative xmlns:adec="http://schemas.microsoft.com/office/drawing/2017/decorative" val="0"/>
              </a:ext>
            </a:extLst>
          </p:cNvPr>
          <p:cNvSpPr>
            <a:spLocks noGrp="1"/>
          </p:cNvSpPr>
          <p:nvPr>
            <p:ph type="pic" sz="quarter" idx="26"/>
          </p:nvPr>
        </p:nvSpPr>
        <p:spPr>
          <a:xfrm>
            <a:off x="5276850" y="5212128"/>
            <a:ext cx="1644650" cy="548640"/>
          </a:xfrm>
        </p:spPr>
        <p:txBody>
          <a:bodyPr/>
          <a:lstStyle>
            <a:lvl1pPr marL="0" indent="0">
              <a:buNone/>
              <a:defRPr sz="1000"/>
            </a:lvl1pPr>
          </a:lstStyle>
          <a:p>
            <a:r>
              <a:rPr lang="en-US"/>
              <a:t>Click icon to add picture</a:t>
            </a:r>
          </a:p>
        </p:txBody>
      </p:sp>
      <p:sp>
        <p:nvSpPr>
          <p:cNvPr id="38" name="Picture Placeholder 24">
            <a:extLst>
              <a:ext uri="{FF2B5EF4-FFF2-40B4-BE49-F238E27FC236}">
                <a16:creationId xmlns:a16="http://schemas.microsoft.com/office/drawing/2014/main" id="{7BE237C6-6445-AFAD-D53B-7AB8EEECD1C3}"/>
              </a:ext>
              <a:ext uri="{C183D7F6-B498-43B3-948B-1728B52AA6E4}">
                <adec:decorative xmlns:adec="http://schemas.microsoft.com/office/drawing/2017/decorative" val="0"/>
              </a:ext>
            </a:extLst>
          </p:cNvPr>
          <p:cNvSpPr>
            <a:spLocks noGrp="1"/>
          </p:cNvSpPr>
          <p:nvPr>
            <p:ph type="pic" sz="quarter" idx="27"/>
          </p:nvPr>
        </p:nvSpPr>
        <p:spPr>
          <a:xfrm>
            <a:off x="7623602" y="5212128"/>
            <a:ext cx="1644650" cy="548640"/>
          </a:xfrm>
        </p:spPr>
        <p:txBody>
          <a:bodyPr/>
          <a:lstStyle>
            <a:lvl1pPr marL="0" indent="0">
              <a:buNone/>
              <a:defRPr sz="1000"/>
            </a:lvl1pPr>
          </a:lstStyle>
          <a:p>
            <a:r>
              <a:rPr lang="en-US"/>
              <a:t>Click icon to add picture</a:t>
            </a:r>
          </a:p>
        </p:txBody>
      </p:sp>
      <p:sp>
        <p:nvSpPr>
          <p:cNvPr id="39" name="Picture Placeholder 24">
            <a:extLst>
              <a:ext uri="{FF2B5EF4-FFF2-40B4-BE49-F238E27FC236}">
                <a16:creationId xmlns:a16="http://schemas.microsoft.com/office/drawing/2014/main" id="{710208B8-A8C4-C336-539B-0CE006BB08E2}"/>
              </a:ext>
              <a:ext uri="{C183D7F6-B498-43B3-948B-1728B52AA6E4}">
                <adec:decorative xmlns:adec="http://schemas.microsoft.com/office/drawing/2017/decorative" val="0"/>
              </a:ext>
            </a:extLst>
          </p:cNvPr>
          <p:cNvSpPr>
            <a:spLocks noGrp="1"/>
          </p:cNvSpPr>
          <p:nvPr>
            <p:ph type="pic" sz="quarter" idx="28"/>
          </p:nvPr>
        </p:nvSpPr>
        <p:spPr>
          <a:xfrm>
            <a:off x="9970355" y="5212128"/>
            <a:ext cx="1644650" cy="548640"/>
          </a:xfrm>
        </p:spPr>
        <p:txBody>
          <a:bodyPr/>
          <a:lstStyle>
            <a:lvl1pPr marL="0" indent="0">
              <a:buNone/>
              <a:defRPr sz="1000"/>
            </a:lvl1pPr>
          </a:lstStyle>
          <a:p>
            <a:r>
              <a:rPr lang="en-US"/>
              <a:t>Click icon to add picture</a:t>
            </a:r>
          </a:p>
        </p:txBody>
      </p:sp>
      <p:sp>
        <p:nvSpPr>
          <p:cNvPr id="3" name="Footer Placeholder 2">
            <a:extLst>
              <a:ext uri="{FF2B5EF4-FFF2-40B4-BE49-F238E27FC236}">
                <a16:creationId xmlns:a16="http://schemas.microsoft.com/office/drawing/2014/main" id="{E592B8AC-3FEF-FB3D-1D35-1B4C85E09DA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933CB4A-84D4-4E7D-54A8-19F4902C3786}"/>
              </a:ext>
              <a:ext uri="{C183D7F6-B498-43B3-948B-1728B52AA6E4}">
                <adec:decorative xmlns:adec="http://schemas.microsoft.com/office/drawing/2017/decorative" val="1"/>
              </a:ext>
            </a:extLst>
          </p:cNvPr>
          <p:cNvSpPr>
            <a:spLocks noGrp="1"/>
          </p:cNvSpPr>
          <p:nvPr>
            <p:ph type="dt" sz="half" idx="11"/>
          </p:nvPr>
        </p:nvSpPr>
        <p:spPr/>
        <p:txBody>
          <a:bodyPr/>
          <a:lstStyle/>
          <a:p>
            <a:fld id="{034FF75C-945A-404E-922B-DD0D4CEAAB34}" type="datetimeyyyy">
              <a:rPr lang="en-US" smtClean="0"/>
              <a:t>2026</a:t>
            </a:fld>
            <a:endParaRPr lang="en-US"/>
          </a:p>
        </p:txBody>
      </p:sp>
      <p:sp>
        <p:nvSpPr>
          <p:cNvPr id="5" name="Slide Number Placeholder 4">
            <a:extLst>
              <a:ext uri="{FF2B5EF4-FFF2-40B4-BE49-F238E27FC236}">
                <a16:creationId xmlns:a16="http://schemas.microsoft.com/office/drawing/2014/main" id="{7817C489-13B1-1C9F-21CB-50298948F7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374866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 8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3" name="Picture Placeholder 22">
            <a:extLst>
              <a:ext uri="{FF2B5EF4-FFF2-40B4-BE49-F238E27FC236}">
                <a16:creationId xmlns:a16="http://schemas.microsoft.com/office/drawing/2014/main" id="{31C2DDE3-086E-E146-B791-BBB36081FB9C}"/>
              </a:ext>
              <a:ext uri="{C183D7F6-B498-43B3-948B-1728B52AA6E4}">
                <adec:decorative xmlns:adec="http://schemas.microsoft.com/office/drawing/2017/decorative" val="1"/>
              </a:ext>
            </a:extLst>
          </p:cNvPr>
          <p:cNvSpPr>
            <a:spLocks noGrp="1"/>
          </p:cNvSpPr>
          <p:nvPr>
            <p:ph type="pic" sz="quarter" idx="17"/>
          </p:nvPr>
        </p:nvSpPr>
        <p:spPr>
          <a:xfrm>
            <a:off x="571500"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4" name="Picture Placeholder 23">
            <a:extLst>
              <a:ext uri="{FF2B5EF4-FFF2-40B4-BE49-F238E27FC236}">
                <a16:creationId xmlns:a16="http://schemas.microsoft.com/office/drawing/2014/main" id="{02F7C068-F923-EAA3-C4BB-ADE119399EE0}"/>
              </a:ext>
              <a:ext uri="{C183D7F6-B498-43B3-948B-1728B52AA6E4}">
                <adec:decorative xmlns:adec="http://schemas.microsoft.com/office/drawing/2017/decorative" val="1"/>
              </a:ext>
            </a:extLst>
          </p:cNvPr>
          <p:cNvSpPr>
            <a:spLocks noGrp="1"/>
          </p:cNvSpPr>
          <p:nvPr>
            <p:ph type="pic" sz="quarter" idx="18"/>
          </p:nvPr>
        </p:nvSpPr>
        <p:spPr>
          <a:xfrm>
            <a:off x="3390319"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E2E9DC41-D3E6-09CD-8FC9-3373998130BF}"/>
              </a:ext>
              <a:ext uri="{C183D7F6-B498-43B3-948B-1728B52AA6E4}">
                <adec:decorative xmlns:adec="http://schemas.microsoft.com/office/drawing/2017/decorative" val="1"/>
              </a:ext>
            </a:extLst>
          </p:cNvPr>
          <p:cNvSpPr>
            <a:spLocks noGrp="1"/>
          </p:cNvSpPr>
          <p:nvPr>
            <p:ph type="pic" sz="quarter" idx="19"/>
          </p:nvPr>
        </p:nvSpPr>
        <p:spPr>
          <a:xfrm>
            <a:off x="6209138"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03C6B952-490C-B36C-6A23-D2EC13A63FC6}"/>
              </a:ext>
              <a:ext uri="{C183D7F6-B498-43B3-948B-1728B52AA6E4}">
                <adec:decorative xmlns:adec="http://schemas.microsoft.com/office/drawing/2017/decorative" val="1"/>
              </a:ext>
            </a:extLst>
          </p:cNvPr>
          <p:cNvSpPr>
            <a:spLocks noGrp="1"/>
          </p:cNvSpPr>
          <p:nvPr>
            <p:ph type="pic" sz="quarter" idx="20"/>
          </p:nvPr>
        </p:nvSpPr>
        <p:spPr>
          <a:xfrm>
            <a:off x="9027957"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3" name="Text Placeholder 29">
            <a:extLst>
              <a:ext uri="{FF2B5EF4-FFF2-40B4-BE49-F238E27FC236}">
                <a16:creationId xmlns:a16="http://schemas.microsoft.com/office/drawing/2014/main" id="{09C3EDD5-6423-9D73-E04B-18305794F5AD}"/>
              </a:ext>
            </a:extLst>
          </p:cNvPr>
          <p:cNvSpPr>
            <a:spLocks noGrp="1"/>
          </p:cNvSpPr>
          <p:nvPr>
            <p:ph type="body" sz="quarter" idx="23" hasCustomPrompt="1"/>
          </p:nvPr>
        </p:nvSpPr>
        <p:spPr>
          <a:xfrm>
            <a:off x="3390319"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4" name="Text Placeholder 29">
            <a:extLst>
              <a:ext uri="{FF2B5EF4-FFF2-40B4-BE49-F238E27FC236}">
                <a16:creationId xmlns:a16="http://schemas.microsoft.com/office/drawing/2014/main" id="{849A018A-C5DB-67B7-A0AD-0FD08CCC77BC}"/>
              </a:ext>
            </a:extLst>
          </p:cNvPr>
          <p:cNvSpPr>
            <a:spLocks noGrp="1"/>
          </p:cNvSpPr>
          <p:nvPr>
            <p:ph type="body" sz="quarter" idx="24" hasCustomPrompt="1"/>
          </p:nvPr>
        </p:nvSpPr>
        <p:spPr>
          <a:xfrm>
            <a:off x="3390319"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5" name="Text Placeholder 29">
            <a:extLst>
              <a:ext uri="{FF2B5EF4-FFF2-40B4-BE49-F238E27FC236}">
                <a16:creationId xmlns:a16="http://schemas.microsoft.com/office/drawing/2014/main" id="{D2DA37E6-256C-E209-2D5A-7AA1463214D5}"/>
              </a:ext>
            </a:extLst>
          </p:cNvPr>
          <p:cNvSpPr>
            <a:spLocks noGrp="1"/>
          </p:cNvSpPr>
          <p:nvPr>
            <p:ph type="body" sz="quarter" idx="25" hasCustomPrompt="1"/>
          </p:nvPr>
        </p:nvSpPr>
        <p:spPr>
          <a:xfrm>
            <a:off x="6205537"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B01156E7-E12F-C745-4F58-ACE51E79F219}"/>
              </a:ext>
            </a:extLst>
          </p:cNvPr>
          <p:cNvSpPr>
            <a:spLocks noGrp="1"/>
          </p:cNvSpPr>
          <p:nvPr>
            <p:ph type="body" sz="quarter" idx="26" hasCustomPrompt="1"/>
          </p:nvPr>
        </p:nvSpPr>
        <p:spPr>
          <a:xfrm>
            <a:off x="6205537"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1903F326-5D5C-7561-2ED1-4FCC6C836F5E}"/>
              </a:ext>
            </a:extLst>
          </p:cNvPr>
          <p:cNvSpPr>
            <a:spLocks noGrp="1"/>
          </p:cNvSpPr>
          <p:nvPr>
            <p:ph type="body" sz="quarter" idx="27" hasCustomPrompt="1"/>
          </p:nvPr>
        </p:nvSpPr>
        <p:spPr>
          <a:xfrm>
            <a:off x="90297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8" name="Text Placeholder 29">
            <a:extLst>
              <a:ext uri="{FF2B5EF4-FFF2-40B4-BE49-F238E27FC236}">
                <a16:creationId xmlns:a16="http://schemas.microsoft.com/office/drawing/2014/main" id="{77BEE49F-9F5E-B189-1168-EB25FD4B59C9}"/>
              </a:ext>
            </a:extLst>
          </p:cNvPr>
          <p:cNvSpPr>
            <a:spLocks noGrp="1"/>
          </p:cNvSpPr>
          <p:nvPr>
            <p:ph type="body" sz="quarter" idx="28" hasCustomPrompt="1"/>
          </p:nvPr>
        </p:nvSpPr>
        <p:spPr>
          <a:xfrm>
            <a:off x="90297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9" name="Text Placeholder 29">
            <a:extLst>
              <a:ext uri="{FF2B5EF4-FFF2-40B4-BE49-F238E27FC236}">
                <a16:creationId xmlns:a16="http://schemas.microsoft.com/office/drawing/2014/main" id="{9AFF5847-59CC-9117-F220-ABEB80472A15}"/>
              </a:ext>
            </a:extLst>
          </p:cNvPr>
          <p:cNvSpPr>
            <a:spLocks noGrp="1"/>
          </p:cNvSpPr>
          <p:nvPr>
            <p:ph type="body" sz="quarter" idx="29" hasCustomPrompt="1"/>
          </p:nvPr>
        </p:nvSpPr>
        <p:spPr>
          <a:xfrm>
            <a:off x="5715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0" name="Text Placeholder 29">
            <a:extLst>
              <a:ext uri="{FF2B5EF4-FFF2-40B4-BE49-F238E27FC236}">
                <a16:creationId xmlns:a16="http://schemas.microsoft.com/office/drawing/2014/main" id="{C9A6D246-836A-8EB5-DCCA-AB185DD887CA}"/>
              </a:ext>
            </a:extLst>
          </p:cNvPr>
          <p:cNvSpPr>
            <a:spLocks noGrp="1"/>
          </p:cNvSpPr>
          <p:nvPr>
            <p:ph type="body" sz="quarter" idx="30" hasCustomPrompt="1"/>
          </p:nvPr>
        </p:nvSpPr>
        <p:spPr>
          <a:xfrm>
            <a:off x="5715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1" name="Text Placeholder 29">
            <a:extLst>
              <a:ext uri="{FF2B5EF4-FFF2-40B4-BE49-F238E27FC236}">
                <a16:creationId xmlns:a16="http://schemas.microsoft.com/office/drawing/2014/main" id="{E4C3CF32-A213-FB27-CF24-B1733FD0163D}"/>
              </a:ext>
            </a:extLst>
          </p:cNvPr>
          <p:cNvSpPr>
            <a:spLocks noGrp="1"/>
          </p:cNvSpPr>
          <p:nvPr>
            <p:ph type="body" sz="quarter" idx="31" hasCustomPrompt="1"/>
          </p:nvPr>
        </p:nvSpPr>
        <p:spPr>
          <a:xfrm>
            <a:off x="3390319"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2" name="Text Placeholder 29">
            <a:extLst>
              <a:ext uri="{FF2B5EF4-FFF2-40B4-BE49-F238E27FC236}">
                <a16:creationId xmlns:a16="http://schemas.microsoft.com/office/drawing/2014/main" id="{2DFBD71D-6C87-1331-C546-8BBA13EE5CD1}"/>
              </a:ext>
            </a:extLst>
          </p:cNvPr>
          <p:cNvSpPr>
            <a:spLocks noGrp="1"/>
          </p:cNvSpPr>
          <p:nvPr>
            <p:ph type="body" sz="quarter" idx="32" hasCustomPrompt="1"/>
          </p:nvPr>
        </p:nvSpPr>
        <p:spPr>
          <a:xfrm>
            <a:off x="3390319"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3" name="Text Placeholder 29">
            <a:extLst>
              <a:ext uri="{FF2B5EF4-FFF2-40B4-BE49-F238E27FC236}">
                <a16:creationId xmlns:a16="http://schemas.microsoft.com/office/drawing/2014/main" id="{90CE59B6-C93C-63CE-4ACB-DE48DD6C39DE}"/>
              </a:ext>
            </a:extLst>
          </p:cNvPr>
          <p:cNvSpPr>
            <a:spLocks noGrp="1"/>
          </p:cNvSpPr>
          <p:nvPr>
            <p:ph type="body" sz="quarter" idx="33" hasCustomPrompt="1"/>
          </p:nvPr>
        </p:nvSpPr>
        <p:spPr>
          <a:xfrm>
            <a:off x="6205537"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4" name="Text Placeholder 29">
            <a:extLst>
              <a:ext uri="{FF2B5EF4-FFF2-40B4-BE49-F238E27FC236}">
                <a16:creationId xmlns:a16="http://schemas.microsoft.com/office/drawing/2014/main" id="{5846DF4B-CBE1-62A0-2F49-F0857ACBFADD}"/>
              </a:ext>
            </a:extLst>
          </p:cNvPr>
          <p:cNvSpPr>
            <a:spLocks noGrp="1"/>
          </p:cNvSpPr>
          <p:nvPr>
            <p:ph type="body" sz="quarter" idx="34" hasCustomPrompt="1"/>
          </p:nvPr>
        </p:nvSpPr>
        <p:spPr>
          <a:xfrm>
            <a:off x="6205537"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5" name="Text Placeholder 29">
            <a:extLst>
              <a:ext uri="{FF2B5EF4-FFF2-40B4-BE49-F238E27FC236}">
                <a16:creationId xmlns:a16="http://schemas.microsoft.com/office/drawing/2014/main" id="{BCF83C4F-2508-7C3E-9572-07DDACE7BCCB}"/>
              </a:ext>
            </a:extLst>
          </p:cNvPr>
          <p:cNvSpPr>
            <a:spLocks noGrp="1"/>
          </p:cNvSpPr>
          <p:nvPr>
            <p:ph type="body" sz="quarter" idx="35" hasCustomPrompt="1"/>
          </p:nvPr>
        </p:nvSpPr>
        <p:spPr>
          <a:xfrm>
            <a:off x="90297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6" name="Text Placeholder 29">
            <a:extLst>
              <a:ext uri="{FF2B5EF4-FFF2-40B4-BE49-F238E27FC236}">
                <a16:creationId xmlns:a16="http://schemas.microsoft.com/office/drawing/2014/main" id="{DABC7021-E87B-0B73-07B1-666928B4B917}"/>
              </a:ext>
            </a:extLst>
          </p:cNvPr>
          <p:cNvSpPr>
            <a:spLocks noGrp="1"/>
          </p:cNvSpPr>
          <p:nvPr>
            <p:ph type="body" sz="quarter" idx="36" hasCustomPrompt="1"/>
          </p:nvPr>
        </p:nvSpPr>
        <p:spPr>
          <a:xfrm>
            <a:off x="90297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2B028AD8-4CF2-4196-8A65-CA9402213F34}"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E31267F3-E735-3F79-7AC7-C9575738CD9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82442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 4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2" name="Text Placeholder 29">
            <a:extLst>
              <a:ext uri="{FF2B5EF4-FFF2-40B4-BE49-F238E27FC236}">
                <a16:creationId xmlns:a16="http://schemas.microsoft.com/office/drawing/2014/main" id="{BCB86024-F111-557E-0E55-68FDF7795825}"/>
              </a:ext>
            </a:extLst>
          </p:cNvPr>
          <p:cNvSpPr>
            <a:spLocks noGrp="1"/>
          </p:cNvSpPr>
          <p:nvPr>
            <p:ph type="body" sz="quarter" idx="23" hasCustomPrompt="1"/>
          </p:nvPr>
        </p:nvSpPr>
        <p:spPr>
          <a:xfrm>
            <a:off x="571500"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3" name="Text Placeholder 29">
            <a:extLst>
              <a:ext uri="{FF2B5EF4-FFF2-40B4-BE49-F238E27FC236}">
                <a16:creationId xmlns:a16="http://schemas.microsoft.com/office/drawing/2014/main" id="{B50DEAE6-2C58-BC47-506B-B8868DFDAE67}"/>
              </a:ext>
            </a:extLst>
          </p:cNvPr>
          <p:cNvSpPr>
            <a:spLocks noGrp="1"/>
          </p:cNvSpPr>
          <p:nvPr>
            <p:ph type="body" sz="quarter" idx="24" hasCustomPrompt="1"/>
          </p:nvPr>
        </p:nvSpPr>
        <p:spPr>
          <a:xfrm>
            <a:off x="3390319"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4" name="Text Placeholder 29">
            <a:extLst>
              <a:ext uri="{FF2B5EF4-FFF2-40B4-BE49-F238E27FC236}">
                <a16:creationId xmlns:a16="http://schemas.microsoft.com/office/drawing/2014/main" id="{8F21AF40-C706-A292-8F00-E5F596203588}"/>
              </a:ext>
            </a:extLst>
          </p:cNvPr>
          <p:cNvSpPr>
            <a:spLocks noGrp="1"/>
          </p:cNvSpPr>
          <p:nvPr>
            <p:ph type="body" sz="quarter" idx="25" hasCustomPrompt="1"/>
          </p:nvPr>
        </p:nvSpPr>
        <p:spPr>
          <a:xfrm>
            <a:off x="3390319"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5" name="Text Placeholder 29">
            <a:extLst>
              <a:ext uri="{FF2B5EF4-FFF2-40B4-BE49-F238E27FC236}">
                <a16:creationId xmlns:a16="http://schemas.microsoft.com/office/drawing/2014/main" id="{C0AF9FB2-1C42-DCB1-8DF0-7DF2EF9E0C49}"/>
              </a:ext>
            </a:extLst>
          </p:cNvPr>
          <p:cNvSpPr>
            <a:spLocks noGrp="1"/>
          </p:cNvSpPr>
          <p:nvPr>
            <p:ph type="body" sz="quarter" idx="26" hasCustomPrompt="1"/>
          </p:nvPr>
        </p:nvSpPr>
        <p:spPr>
          <a:xfrm>
            <a:off x="3390319"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6" name="Text Placeholder 29">
            <a:extLst>
              <a:ext uri="{FF2B5EF4-FFF2-40B4-BE49-F238E27FC236}">
                <a16:creationId xmlns:a16="http://schemas.microsoft.com/office/drawing/2014/main" id="{AEDEE7CB-9E7C-F5DB-6191-00C40ABA3DC2}"/>
              </a:ext>
            </a:extLst>
          </p:cNvPr>
          <p:cNvSpPr>
            <a:spLocks noGrp="1"/>
          </p:cNvSpPr>
          <p:nvPr>
            <p:ph type="body" sz="quarter" idx="27" hasCustomPrompt="1"/>
          </p:nvPr>
        </p:nvSpPr>
        <p:spPr>
          <a:xfrm>
            <a:off x="620553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7" name="Text Placeholder 29">
            <a:extLst>
              <a:ext uri="{FF2B5EF4-FFF2-40B4-BE49-F238E27FC236}">
                <a16:creationId xmlns:a16="http://schemas.microsoft.com/office/drawing/2014/main" id="{ABC84951-C16D-031B-A452-860FEA5D4FB9}"/>
              </a:ext>
            </a:extLst>
          </p:cNvPr>
          <p:cNvSpPr>
            <a:spLocks noGrp="1"/>
          </p:cNvSpPr>
          <p:nvPr>
            <p:ph type="body" sz="quarter" idx="28" hasCustomPrompt="1"/>
          </p:nvPr>
        </p:nvSpPr>
        <p:spPr>
          <a:xfrm>
            <a:off x="620553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8" name="Text Placeholder 29">
            <a:extLst>
              <a:ext uri="{FF2B5EF4-FFF2-40B4-BE49-F238E27FC236}">
                <a16:creationId xmlns:a16="http://schemas.microsoft.com/office/drawing/2014/main" id="{5080CFCE-893F-75AB-B974-5963C9E30D60}"/>
              </a:ext>
            </a:extLst>
          </p:cNvPr>
          <p:cNvSpPr>
            <a:spLocks noGrp="1"/>
          </p:cNvSpPr>
          <p:nvPr>
            <p:ph type="body" sz="quarter" idx="29" hasCustomPrompt="1"/>
          </p:nvPr>
        </p:nvSpPr>
        <p:spPr>
          <a:xfrm>
            <a:off x="620553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9" name="Text Placeholder 29">
            <a:extLst>
              <a:ext uri="{FF2B5EF4-FFF2-40B4-BE49-F238E27FC236}">
                <a16:creationId xmlns:a16="http://schemas.microsoft.com/office/drawing/2014/main" id="{753E1418-8E20-FE77-9F69-3D8A7C329799}"/>
              </a:ext>
            </a:extLst>
          </p:cNvPr>
          <p:cNvSpPr>
            <a:spLocks noGrp="1"/>
          </p:cNvSpPr>
          <p:nvPr>
            <p:ph type="body" sz="quarter" idx="30" hasCustomPrompt="1"/>
          </p:nvPr>
        </p:nvSpPr>
        <p:spPr>
          <a:xfrm>
            <a:off x="902795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60" name="Text Placeholder 29">
            <a:extLst>
              <a:ext uri="{FF2B5EF4-FFF2-40B4-BE49-F238E27FC236}">
                <a16:creationId xmlns:a16="http://schemas.microsoft.com/office/drawing/2014/main" id="{D590C100-6B2C-FC2E-D160-987DC43723DB}"/>
              </a:ext>
            </a:extLst>
          </p:cNvPr>
          <p:cNvSpPr>
            <a:spLocks noGrp="1"/>
          </p:cNvSpPr>
          <p:nvPr>
            <p:ph type="body" sz="quarter" idx="31" hasCustomPrompt="1"/>
          </p:nvPr>
        </p:nvSpPr>
        <p:spPr>
          <a:xfrm>
            <a:off x="902795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61" name="Text Placeholder 29">
            <a:extLst>
              <a:ext uri="{FF2B5EF4-FFF2-40B4-BE49-F238E27FC236}">
                <a16:creationId xmlns:a16="http://schemas.microsoft.com/office/drawing/2014/main" id="{4595D31D-B356-2316-C6C1-64C52CAF31BE}"/>
              </a:ext>
            </a:extLst>
          </p:cNvPr>
          <p:cNvSpPr>
            <a:spLocks noGrp="1"/>
          </p:cNvSpPr>
          <p:nvPr>
            <p:ph type="body" sz="quarter" idx="32" hasCustomPrompt="1"/>
          </p:nvPr>
        </p:nvSpPr>
        <p:spPr>
          <a:xfrm>
            <a:off x="902795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0B443848-4945-4173-A7DE-F060D70BDD13}"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80D9BCA4-CA11-332E-A634-2B2C259973E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202896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4 person w/ shape">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2D363E5E-49E6-EE0A-E24E-20695AC8D63D}"/>
              </a:ext>
              <a:ext uri="{C183D7F6-B498-43B3-948B-1728B52AA6E4}">
                <adec:decorative xmlns:adec="http://schemas.microsoft.com/office/drawing/2017/decorative" val="1"/>
              </a:ext>
            </a:extLst>
          </p:cNvPr>
          <p:cNvSpPr>
            <a:spLocks noGrp="1"/>
          </p:cNvSpPr>
          <p:nvPr>
            <p:ph type="body" sz="quarter" idx="38"/>
          </p:nvPr>
        </p:nvSpPr>
        <p:spPr>
          <a:xfrm>
            <a:off x="7513738" y="0"/>
            <a:ext cx="4338333" cy="6858000"/>
          </a:xfrm>
          <a:custGeom>
            <a:avLst/>
            <a:gdLst>
              <a:gd name="connsiteX0" fmla="*/ 868715 w 4338333"/>
              <a:gd name="connsiteY0" fmla="*/ 0 h 6858000"/>
              <a:gd name="connsiteX1" fmla="*/ 1558917 w 4338333"/>
              <a:gd name="connsiteY1" fmla="*/ 0 h 6858000"/>
              <a:gd name="connsiteX2" fmla="*/ 709870 w 4338333"/>
              <a:gd name="connsiteY2" fmla="*/ 1543003 h 6858000"/>
              <a:gd name="connsiteX3" fmla="*/ 1043440 w 4338333"/>
              <a:gd name="connsiteY3" fmla="*/ 2692852 h 6858000"/>
              <a:gd name="connsiteX4" fmla="*/ 3586424 w 4338333"/>
              <a:gd name="connsiteY4" fmla="*/ 4092206 h 6858000"/>
              <a:gd name="connsiteX5" fmla="*/ 3586439 w 4338333"/>
              <a:gd name="connsiteY5" fmla="*/ 4092121 h 6858000"/>
              <a:gd name="connsiteX6" fmla="*/ 4158277 w 4338333"/>
              <a:gd name="connsiteY6" fmla="*/ 6063302 h 6858000"/>
              <a:gd name="connsiteX7" fmla="*/ 3720979 w 4338333"/>
              <a:gd name="connsiteY7" fmla="*/ 6858000 h 6858000"/>
              <a:gd name="connsiteX8" fmla="*/ 3030809 w 4338333"/>
              <a:gd name="connsiteY8" fmla="*/ 6858000 h 6858000"/>
              <a:gd name="connsiteX9" fmla="*/ 3628486 w 4338333"/>
              <a:gd name="connsiteY9" fmla="*/ 5771869 h 6858000"/>
              <a:gd name="connsiteX10" fmla="*/ 3294915 w 4338333"/>
              <a:gd name="connsiteY10" fmla="*/ 4622019 h 6858000"/>
              <a:gd name="connsiteX11" fmla="*/ 751895 w 4338333"/>
              <a:gd name="connsiteY11" fmla="*/ 3222676 h 6858000"/>
              <a:gd name="connsiteX12" fmla="*/ 180057 w 4338333"/>
              <a:gd name="connsiteY12" fmla="*/ 12514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8333" h="6858000">
                <a:moveTo>
                  <a:pt x="868715" y="0"/>
                </a:moveTo>
                <a:lnTo>
                  <a:pt x="1558917" y="0"/>
                </a:lnTo>
                <a:lnTo>
                  <a:pt x="709870" y="1543003"/>
                </a:lnTo>
                <a:cubicBezTo>
                  <a:pt x="484459" y="1952642"/>
                  <a:pt x="633801" y="2467440"/>
                  <a:pt x="1043440" y="2692852"/>
                </a:cubicBezTo>
                <a:lnTo>
                  <a:pt x="3586424" y="4092206"/>
                </a:lnTo>
                <a:lnTo>
                  <a:pt x="3586439" y="4092121"/>
                </a:lnTo>
                <a:cubicBezTo>
                  <a:pt x="4288668" y="4478565"/>
                  <a:pt x="4544686" y="5361086"/>
                  <a:pt x="4158277" y="6063302"/>
                </a:cubicBezTo>
                <a:lnTo>
                  <a:pt x="3720979" y="6858000"/>
                </a:lnTo>
                <a:lnTo>
                  <a:pt x="3030809" y="6858000"/>
                </a:lnTo>
                <a:lnTo>
                  <a:pt x="3628486" y="5771869"/>
                </a:lnTo>
                <a:cubicBezTo>
                  <a:pt x="3853898" y="5362230"/>
                  <a:pt x="3704555" y="4847430"/>
                  <a:pt x="3294915" y="4622019"/>
                </a:cubicBezTo>
                <a:lnTo>
                  <a:pt x="751895" y="3222676"/>
                </a:lnTo>
                <a:cubicBezTo>
                  <a:pt x="49666" y="2836231"/>
                  <a:pt x="-206351" y="1953712"/>
                  <a:pt x="180057" y="1251495"/>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506A0EAF-FE1F-201F-A700-DD3EBC8F4FF1}"/>
              </a:ext>
              <a:ext uri="{C183D7F6-B498-43B3-948B-1728B52AA6E4}">
                <adec:decorative xmlns:adec="http://schemas.microsoft.com/office/drawing/2017/decorative" val="1"/>
              </a:ext>
            </a:extLst>
          </p:cNvPr>
          <p:cNvSpPr>
            <a:spLocks noGrp="1"/>
          </p:cNvSpPr>
          <p:nvPr>
            <p:ph type="pic" sz="quarter" idx="13"/>
          </p:nvPr>
        </p:nvSpPr>
        <p:spPr>
          <a:xfrm>
            <a:off x="571500"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0506C182-28E4-A150-CAF7-DD168C08E9A6}"/>
              </a:ext>
              <a:ext uri="{C183D7F6-B498-43B3-948B-1728B52AA6E4}">
                <adec:decorative xmlns:adec="http://schemas.microsoft.com/office/drawing/2017/decorative" val="1"/>
              </a:ext>
            </a:extLst>
          </p:cNvPr>
          <p:cNvSpPr>
            <a:spLocks noGrp="1"/>
          </p:cNvSpPr>
          <p:nvPr>
            <p:ph type="pic" sz="quarter" idx="14"/>
          </p:nvPr>
        </p:nvSpPr>
        <p:spPr>
          <a:xfrm>
            <a:off x="6238773"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1659FD7B-65AE-308F-0507-2F6A5A8E8D51}"/>
              </a:ext>
              <a:ext uri="{C183D7F6-B498-43B3-948B-1728B52AA6E4}">
                <adec:decorative xmlns:adec="http://schemas.microsoft.com/office/drawing/2017/decorative" val="1"/>
              </a:ext>
            </a:extLst>
          </p:cNvPr>
          <p:cNvSpPr>
            <a:spLocks noGrp="1"/>
          </p:cNvSpPr>
          <p:nvPr>
            <p:ph type="pic" sz="quarter" idx="15"/>
          </p:nvPr>
        </p:nvSpPr>
        <p:spPr>
          <a:xfrm>
            <a:off x="571500"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7" name="Picture Placeholder 26">
            <a:extLst>
              <a:ext uri="{FF2B5EF4-FFF2-40B4-BE49-F238E27FC236}">
                <a16:creationId xmlns:a16="http://schemas.microsoft.com/office/drawing/2014/main" id="{CE6231C8-8C1E-C76A-72A0-8ABB1B1F2B91}"/>
              </a:ext>
              <a:ext uri="{C183D7F6-B498-43B3-948B-1728B52AA6E4}">
                <adec:decorative xmlns:adec="http://schemas.microsoft.com/office/drawing/2017/decorative" val="1"/>
              </a:ext>
            </a:extLst>
          </p:cNvPr>
          <p:cNvSpPr>
            <a:spLocks noGrp="1"/>
          </p:cNvSpPr>
          <p:nvPr>
            <p:ph type="pic" sz="quarter" idx="16"/>
          </p:nvPr>
        </p:nvSpPr>
        <p:spPr>
          <a:xfrm>
            <a:off x="6238773"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75D1B7E5-EAD4-76CB-D39C-FCCA6F3E6E5C}"/>
              </a:ext>
            </a:extLst>
          </p:cNvPr>
          <p:cNvSpPr>
            <a:spLocks noGrp="1"/>
          </p:cNvSpPr>
          <p:nvPr>
            <p:ph type="title"/>
          </p:nvPr>
        </p:nvSpPr>
        <p:spPr>
          <a:xfrm>
            <a:off x="571500" y="571501"/>
            <a:ext cx="11049000" cy="811996"/>
          </a:xfrm>
        </p:spPr>
        <p:txBody>
          <a:bodyPr/>
          <a:lstStyle/>
          <a:p>
            <a:r>
              <a:rPr lang="en-US"/>
              <a:t>Click to edit Master title style</a:t>
            </a:r>
          </a:p>
        </p:txBody>
      </p:sp>
      <p:sp>
        <p:nvSpPr>
          <p:cNvPr id="28" name="Text Placeholder 29">
            <a:extLst>
              <a:ext uri="{FF2B5EF4-FFF2-40B4-BE49-F238E27FC236}">
                <a16:creationId xmlns:a16="http://schemas.microsoft.com/office/drawing/2014/main" id="{C7B09D6C-1E31-88D1-F191-C0911F3BF41C}"/>
              </a:ext>
            </a:extLst>
          </p:cNvPr>
          <p:cNvSpPr>
            <a:spLocks noGrp="1"/>
          </p:cNvSpPr>
          <p:nvPr>
            <p:ph type="body" sz="quarter" idx="21" hasCustomPrompt="1"/>
          </p:nvPr>
        </p:nvSpPr>
        <p:spPr>
          <a:xfrm>
            <a:off x="3415284"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29" name="Text Placeholder 29">
            <a:extLst>
              <a:ext uri="{FF2B5EF4-FFF2-40B4-BE49-F238E27FC236}">
                <a16:creationId xmlns:a16="http://schemas.microsoft.com/office/drawing/2014/main" id="{320BFB83-6A55-5691-C4B0-3F7416554927}"/>
              </a:ext>
            </a:extLst>
          </p:cNvPr>
          <p:cNvSpPr>
            <a:spLocks noGrp="1"/>
          </p:cNvSpPr>
          <p:nvPr>
            <p:ph type="body" sz="quarter" idx="22" hasCustomPrompt="1"/>
          </p:nvPr>
        </p:nvSpPr>
        <p:spPr>
          <a:xfrm>
            <a:off x="3415284"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0" name="Text Placeholder 29">
            <a:extLst>
              <a:ext uri="{FF2B5EF4-FFF2-40B4-BE49-F238E27FC236}">
                <a16:creationId xmlns:a16="http://schemas.microsoft.com/office/drawing/2014/main" id="{50C6830F-D0AB-D117-86FE-AC716B9D3BD4}"/>
              </a:ext>
            </a:extLst>
          </p:cNvPr>
          <p:cNvSpPr>
            <a:spLocks noGrp="1"/>
          </p:cNvSpPr>
          <p:nvPr>
            <p:ph type="body" sz="quarter" idx="23" hasCustomPrompt="1"/>
          </p:nvPr>
        </p:nvSpPr>
        <p:spPr>
          <a:xfrm>
            <a:off x="3415284"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2" name="Text Placeholder 29">
            <a:extLst>
              <a:ext uri="{FF2B5EF4-FFF2-40B4-BE49-F238E27FC236}">
                <a16:creationId xmlns:a16="http://schemas.microsoft.com/office/drawing/2014/main" id="{3ED25CCF-5A2F-84CE-387F-5F481D6A23C2}"/>
              </a:ext>
            </a:extLst>
          </p:cNvPr>
          <p:cNvSpPr>
            <a:spLocks noGrp="1"/>
          </p:cNvSpPr>
          <p:nvPr>
            <p:ph type="body" sz="quarter" idx="24" hasCustomPrompt="1"/>
          </p:nvPr>
        </p:nvSpPr>
        <p:spPr>
          <a:xfrm>
            <a:off x="9029700"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3" name="Text Placeholder 29">
            <a:extLst>
              <a:ext uri="{FF2B5EF4-FFF2-40B4-BE49-F238E27FC236}">
                <a16:creationId xmlns:a16="http://schemas.microsoft.com/office/drawing/2014/main" id="{AD5F2723-D00A-AF22-CD14-B72733F8272E}"/>
              </a:ext>
            </a:extLst>
          </p:cNvPr>
          <p:cNvSpPr>
            <a:spLocks noGrp="1"/>
          </p:cNvSpPr>
          <p:nvPr>
            <p:ph type="body" sz="quarter" idx="25" hasCustomPrompt="1"/>
          </p:nvPr>
        </p:nvSpPr>
        <p:spPr>
          <a:xfrm>
            <a:off x="9029700"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4" name="Text Placeholder 29">
            <a:extLst>
              <a:ext uri="{FF2B5EF4-FFF2-40B4-BE49-F238E27FC236}">
                <a16:creationId xmlns:a16="http://schemas.microsoft.com/office/drawing/2014/main" id="{AD8C0D09-5C2D-1DD2-1F5F-5839528725EA}"/>
              </a:ext>
            </a:extLst>
          </p:cNvPr>
          <p:cNvSpPr>
            <a:spLocks noGrp="1"/>
          </p:cNvSpPr>
          <p:nvPr>
            <p:ph type="body" sz="quarter" idx="26" hasCustomPrompt="1"/>
          </p:nvPr>
        </p:nvSpPr>
        <p:spPr>
          <a:xfrm>
            <a:off x="9029700"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5" name="Text Placeholder 29">
            <a:extLst>
              <a:ext uri="{FF2B5EF4-FFF2-40B4-BE49-F238E27FC236}">
                <a16:creationId xmlns:a16="http://schemas.microsoft.com/office/drawing/2014/main" id="{DEC876F0-1AA1-A3E2-EC2B-11FDFAB8CC7E}"/>
              </a:ext>
            </a:extLst>
          </p:cNvPr>
          <p:cNvSpPr>
            <a:spLocks noGrp="1"/>
          </p:cNvSpPr>
          <p:nvPr>
            <p:ph type="body" sz="quarter" idx="27" hasCustomPrompt="1"/>
          </p:nvPr>
        </p:nvSpPr>
        <p:spPr>
          <a:xfrm>
            <a:off x="3415284"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E0A73F5B-D18A-30F7-DB3A-CC53569088EB}"/>
              </a:ext>
            </a:extLst>
          </p:cNvPr>
          <p:cNvSpPr>
            <a:spLocks noGrp="1"/>
          </p:cNvSpPr>
          <p:nvPr>
            <p:ph type="body" sz="quarter" idx="28" hasCustomPrompt="1"/>
          </p:nvPr>
        </p:nvSpPr>
        <p:spPr>
          <a:xfrm>
            <a:off x="3415284"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2A7B1F0A-1695-F042-987C-9C516EBA6E27}"/>
              </a:ext>
            </a:extLst>
          </p:cNvPr>
          <p:cNvSpPr>
            <a:spLocks noGrp="1"/>
          </p:cNvSpPr>
          <p:nvPr>
            <p:ph type="body" sz="quarter" idx="29" hasCustomPrompt="1"/>
          </p:nvPr>
        </p:nvSpPr>
        <p:spPr>
          <a:xfrm>
            <a:off x="3415284"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8" name="Text Placeholder 29">
            <a:extLst>
              <a:ext uri="{FF2B5EF4-FFF2-40B4-BE49-F238E27FC236}">
                <a16:creationId xmlns:a16="http://schemas.microsoft.com/office/drawing/2014/main" id="{E1EEB885-29BB-5000-B0B9-7EB826FBE62B}"/>
              </a:ext>
            </a:extLst>
          </p:cNvPr>
          <p:cNvSpPr>
            <a:spLocks noGrp="1"/>
          </p:cNvSpPr>
          <p:nvPr>
            <p:ph type="body" sz="quarter" idx="30" hasCustomPrompt="1"/>
          </p:nvPr>
        </p:nvSpPr>
        <p:spPr>
          <a:xfrm>
            <a:off x="9029700"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9" name="Text Placeholder 29">
            <a:extLst>
              <a:ext uri="{FF2B5EF4-FFF2-40B4-BE49-F238E27FC236}">
                <a16:creationId xmlns:a16="http://schemas.microsoft.com/office/drawing/2014/main" id="{4487B338-D044-4463-E4B7-C740382E1D5D}"/>
              </a:ext>
            </a:extLst>
          </p:cNvPr>
          <p:cNvSpPr>
            <a:spLocks noGrp="1"/>
          </p:cNvSpPr>
          <p:nvPr>
            <p:ph type="body" sz="quarter" idx="31" hasCustomPrompt="1"/>
          </p:nvPr>
        </p:nvSpPr>
        <p:spPr>
          <a:xfrm>
            <a:off x="9029700"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0" name="Text Placeholder 29">
            <a:extLst>
              <a:ext uri="{FF2B5EF4-FFF2-40B4-BE49-F238E27FC236}">
                <a16:creationId xmlns:a16="http://schemas.microsoft.com/office/drawing/2014/main" id="{26C97FD7-12D4-4A50-F5CF-FA9144C7BC86}"/>
              </a:ext>
            </a:extLst>
          </p:cNvPr>
          <p:cNvSpPr>
            <a:spLocks noGrp="1"/>
          </p:cNvSpPr>
          <p:nvPr>
            <p:ph type="body" sz="quarter" idx="32" hasCustomPrompt="1"/>
          </p:nvPr>
        </p:nvSpPr>
        <p:spPr>
          <a:xfrm>
            <a:off x="9029700"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9F3A52C8-2D44-6D60-6E10-B7020A36133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9019F079-AF58-93B3-C64F-359B26110959}"/>
              </a:ext>
              <a:ext uri="{C183D7F6-B498-43B3-948B-1728B52AA6E4}">
                <adec:decorative xmlns:adec="http://schemas.microsoft.com/office/drawing/2017/decorative" val="1"/>
              </a:ext>
            </a:extLst>
          </p:cNvPr>
          <p:cNvSpPr>
            <a:spLocks noGrp="1"/>
          </p:cNvSpPr>
          <p:nvPr>
            <p:ph type="dt" sz="half" idx="11"/>
          </p:nvPr>
        </p:nvSpPr>
        <p:spPr/>
        <p:txBody>
          <a:bodyPr/>
          <a:lstStyle/>
          <a:p>
            <a:fld id="{7A7E3F2A-E245-4470-B0FD-BD5E47E1890B}" type="datetimeyyyy">
              <a:rPr lang="en-US" smtClean="0"/>
              <a:t>2026</a:t>
            </a:fld>
            <a:endParaRPr lang="en-US"/>
          </a:p>
        </p:txBody>
      </p:sp>
      <p:sp>
        <p:nvSpPr>
          <p:cNvPr id="5" name="Slide Number Placeholder 4">
            <a:extLst>
              <a:ext uri="{FF2B5EF4-FFF2-40B4-BE49-F238E27FC236}">
                <a16:creationId xmlns:a16="http://schemas.microsoft.com/office/drawing/2014/main" id="{1BAA3A45-16AC-4EB1-489C-37DD301A233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9461177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37E1F2-21C5-4EF7-034F-863A1FA79B68}"/>
              </a:ext>
            </a:extLst>
          </p:cNvPr>
          <p:cNvSpPr>
            <a:spLocks noGrp="1"/>
          </p:cNvSpPr>
          <p:nvPr>
            <p:ph type="title"/>
          </p:nvPr>
        </p:nvSpPr>
        <p:spPr>
          <a:xfrm>
            <a:off x="571500" y="571501"/>
            <a:ext cx="4470400" cy="1509885"/>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3608"/>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13744CA5-DA43-852C-4ED6-6F5BA9AF0DCD}"/>
              </a:ext>
            </a:extLst>
          </p:cNvPr>
          <p:cNvSpPr>
            <a:spLocks noGrp="1"/>
          </p:cNvSpPr>
          <p:nvPr>
            <p:ph type="body" sz="quarter" idx="15"/>
          </p:nvPr>
        </p:nvSpPr>
        <p:spPr>
          <a:xfrm>
            <a:off x="24511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6" name="Text Placeholder 13">
            <a:extLst>
              <a:ext uri="{FF2B5EF4-FFF2-40B4-BE49-F238E27FC236}">
                <a16:creationId xmlns:a16="http://schemas.microsoft.com/office/drawing/2014/main" id="{97A67808-DA53-97D4-CD87-DCE5FB9BAE6A}"/>
              </a:ext>
            </a:extLst>
          </p:cNvPr>
          <p:cNvSpPr>
            <a:spLocks noGrp="1"/>
          </p:cNvSpPr>
          <p:nvPr>
            <p:ph type="body" sz="quarter" idx="16"/>
          </p:nvPr>
        </p:nvSpPr>
        <p:spPr>
          <a:xfrm>
            <a:off x="5715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7" name="Text Placeholder 13">
            <a:extLst>
              <a:ext uri="{FF2B5EF4-FFF2-40B4-BE49-F238E27FC236}">
                <a16:creationId xmlns:a16="http://schemas.microsoft.com/office/drawing/2014/main" id="{A88B629E-A765-6008-E6E4-91BA2D0A49F3}"/>
              </a:ext>
            </a:extLst>
          </p:cNvPr>
          <p:cNvSpPr>
            <a:spLocks noGrp="1"/>
          </p:cNvSpPr>
          <p:nvPr>
            <p:ph type="body" sz="quarter" idx="17"/>
          </p:nvPr>
        </p:nvSpPr>
        <p:spPr>
          <a:xfrm>
            <a:off x="24511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 uri="{C183D7F6-B498-43B3-948B-1728B52AA6E4}">
                <adec:decorative xmlns:adec="http://schemas.microsoft.com/office/drawing/2017/decorative" val="0"/>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C43B174-C524-4093-8BF8-E98777F91AA9}" type="datetimeyyyy">
              <a:rPr lang="en-US" smtClean="0"/>
              <a:t>2026</a:t>
            </a:fld>
            <a:endParaRPr lang="en-US"/>
          </a:p>
        </p:txBody>
      </p:sp>
    </p:spTree>
    <p:extLst>
      <p:ext uri="{BB962C8B-B14F-4D97-AF65-F5344CB8AC3E}">
        <p14:creationId xmlns:p14="http://schemas.microsoft.com/office/powerpoint/2010/main" val="16514717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rt righ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229D9-8EB6-4FB4-8418-1779953A3564}"/>
              </a:ext>
            </a:extLst>
          </p:cNvPr>
          <p:cNvSpPr>
            <a:spLocks noGrp="1"/>
          </p:cNvSpPr>
          <p:nvPr>
            <p:ph type="title"/>
          </p:nvPr>
        </p:nvSpPr>
        <p:spPr>
          <a:xfrm>
            <a:off x="571500" y="571500"/>
            <a:ext cx="4470400" cy="1497329"/>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6000"/>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4114800"/>
            <a:ext cx="4470400" cy="2171700"/>
          </a:xfrm>
        </p:spPr>
        <p:txBody>
          <a:bodyPr/>
          <a:lstStyle>
            <a:lvl1pPr marL="0" indent="0">
              <a:buNone/>
              <a:defRPr sz="14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623D960-D293-41E6-A8A3-B3C44C04DBE1}" type="datetimeyyyy">
              <a:rPr lang="en-US" smtClean="0"/>
              <a:t>2026</a:t>
            </a:fld>
            <a:endParaRPr lang="en-US"/>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7228510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B2AB18-C027-F9C0-44AF-60C2A249C0D1}"/>
              </a:ext>
            </a:extLst>
          </p:cNvPr>
          <p:cNvSpPr>
            <a:spLocks noGrp="1"/>
          </p:cNvSpPr>
          <p:nvPr>
            <p:ph type="title"/>
          </p:nvPr>
        </p:nvSpPr>
        <p:spPr/>
        <p:txBody>
          <a:bodyPr/>
          <a:lstStyle/>
          <a:p>
            <a:r>
              <a:rPr lang="en-US"/>
              <a:t>Click to edit Master title style</a:t>
            </a:r>
          </a:p>
        </p:txBody>
      </p:sp>
      <p:sp>
        <p:nvSpPr>
          <p:cNvPr id="16" name="Text Placeholder 13">
            <a:extLst>
              <a:ext uri="{FF2B5EF4-FFF2-40B4-BE49-F238E27FC236}">
                <a16:creationId xmlns:a16="http://schemas.microsoft.com/office/drawing/2014/main" id="{80F5F842-5C3D-54CD-F990-11896C740B6D}"/>
              </a:ext>
            </a:extLst>
          </p:cNvPr>
          <p:cNvSpPr>
            <a:spLocks noGrp="1"/>
          </p:cNvSpPr>
          <p:nvPr>
            <p:ph type="body" sz="quarter" idx="18"/>
          </p:nvPr>
        </p:nvSpPr>
        <p:spPr>
          <a:xfrm>
            <a:off x="571500" y="1752601"/>
            <a:ext cx="11049000" cy="457200"/>
          </a:xfrm>
        </p:spPr>
        <p:txBody>
          <a:bodyPr/>
          <a:lstStyle>
            <a:lvl1pPr marL="0" indent="0">
              <a:buNone/>
              <a:defRPr sz="1200" b="1" cap="all" spc="150" baseline="0">
                <a:solidFill>
                  <a:schemeClr val="accent1"/>
                </a:solidFill>
              </a:defRPr>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8" name="Chart Placeholder 17">
            <a:extLst>
              <a:ext uri="{FF2B5EF4-FFF2-40B4-BE49-F238E27FC236}">
                <a16:creationId xmlns:a16="http://schemas.microsoft.com/office/drawing/2014/main" id="{40F477FE-DE1B-B705-DA9D-CA5D1127C9E2}"/>
              </a:ext>
            </a:extLst>
          </p:cNvPr>
          <p:cNvSpPr>
            <a:spLocks noGrp="1"/>
          </p:cNvSpPr>
          <p:nvPr>
            <p:ph type="chart" sz="quarter" idx="19"/>
          </p:nvPr>
        </p:nvSpPr>
        <p:spPr>
          <a:xfrm>
            <a:off x="571498" y="2426972"/>
            <a:ext cx="11049000" cy="2679750"/>
          </a:xfrm>
        </p:spPr>
        <p:txBody>
          <a:bodyPr/>
          <a:lstStyle>
            <a:lvl1pPr marL="0" indent="0">
              <a:buNone/>
              <a:defRPr sz="1400"/>
            </a:lvl1pPr>
          </a:lstStyle>
          <a:p>
            <a:r>
              <a:rPr lang="en-US"/>
              <a:t>Click icon to add chart</a:t>
            </a:r>
          </a:p>
        </p:txBody>
      </p:sp>
      <p:sp>
        <p:nvSpPr>
          <p:cNvPr id="12" name="Text Placeholder 13">
            <a:extLst>
              <a:ext uri="{FF2B5EF4-FFF2-40B4-BE49-F238E27FC236}">
                <a16:creationId xmlns:a16="http://schemas.microsoft.com/office/drawing/2014/main" id="{D23B8D11-F0D0-9E49-D780-D95250CB95E7}"/>
              </a:ext>
            </a:extLst>
          </p:cNvPr>
          <p:cNvSpPr>
            <a:spLocks noGrp="1"/>
          </p:cNvSpPr>
          <p:nvPr>
            <p:ph type="body" sz="quarter" idx="14"/>
          </p:nvPr>
        </p:nvSpPr>
        <p:spPr>
          <a:xfrm>
            <a:off x="5715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3" name="Text Placeholder 13">
            <a:extLst>
              <a:ext uri="{FF2B5EF4-FFF2-40B4-BE49-F238E27FC236}">
                <a16:creationId xmlns:a16="http://schemas.microsoft.com/office/drawing/2014/main" id="{06435C4E-9CF4-8E6B-07C7-B67C32B83496}"/>
              </a:ext>
            </a:extLst>
          </p:cNvPr>
          <p:cNvSpPr>
            <a:spLocks noGrp="1"/>
          </p:cNvSpPr>
          <p:nvPr>
            <p:ph type="body" sz="quarter" idx="15"/>
          </p:nvPr>
        </p:nvSpPr>
        <p:spPr>
          <a:xfrm>
            <a:off x="33909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4" name="Text Placeholder 13">
            <a:extLst>
              <a:ext uri="{FF2B5EF4-FFF2-40B4-BE49-F238E27FC236}">
                <a16:creationId xmlns:a16="http://schemas.microsoft.com/office/drawing/2014/main" id="{02A9E9F2-9991-1F6B-4DDA-F4871CF8CA34}"/>
              </a:ext>
            </a:extLst>
          </p:cNvPr>
          <p:cNvSpPr>
            <a:spLocks noGrp="1"/>
          </p:cNvSpPr>
          <p:nvPr>
            <p:ph type="body" sz="quarter" idx="16"/>
          </p:nvPr>
        </p:nvSpPr>
        <p:spPr>
          <a:xfrm>
            <a:off x="62103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C606F0E7-6085-6A74-ED76-8108DFFE19E9}"/>
              </a:ext>
            </a:extLst>
          </p:cNvPr>
          <p:cNvSpPr>
            <a:spLocks noGrp="1"/>
          </p:cNvSpPr>
          <p:nvPr>
            <p:ph type="body" sz="quarter" idx="17"/>
          </p:nvPr>
        </p:nvSpPr>
        <p:spPr>
          <a:xfrm>
            <a:off x="9029699"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3" name="Footer Placeholder 2">
            <a:extLst>
              <a:ext uri="{FF2B5EF4-FFF2-40B4-BE49-F238E27FC236}">
                <a16:creationId xmlns:a16="http://schemas.microsoft.com/office/drawing/2014/main" id="{14BDE212-F330-FC7D-6D5B-C8DC1F1F1EB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53DFA9B-B82D-4565-0656-280DB1B2F5EA}"/>
              </a:ext>
              <a:ext uri="{C183D7F6-B498-43B3-948B-1728B52AA6E4}">
                <adec:decorative xmlns:adec="http://schemas.microsoft.com/office/drawing/2017/decorative" val="1"/>
              </a:ext>
            </a:extLst>
          </p:cNvPr>
          <p:cNvSpPr>
            <a:spLocks noGrp="1"/>
          </p:cNvSpPr>
          <p:nvPr>
            <p:ph type="dt" sz="half" idx="11"/>
          </p:nvPr>
        </p:nvSpPr>
        <p:spPr/>
        <p:txBody>
          <a:bodyPr/>
          <a:lstStyle/>
          <a:p>
            <a:fld id="{751FF448-7BD4-4A3C-887C-8315F8261568}" type="datetimeyyyy">
              <a:rPr lang="en-US" smtClean="0"/>
              <a:t>2026</a:t>
            </a:fld>
            <a:endParaRPr lang="en-US"/>
          </a:p>
        </p:txBody>
      </p:sp>
      <p:sp>
        <p:nvSpPr>
          <p:cNvPr id="5" name="Slide Number Placeholder 4">
            <a:extLst>
              <a:ext uri="{FF2B5EF4-FFF2-40B4-BE49-F238E27FC236}">
                <a16:creationId xmlns:a16="http://schemas.microsoft.com/office/drawing/2014/main" id="{9DEC7FC2-9C6E-D8AB-DD0B-79D0E2499F5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8222169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DACD981F-320C-42DF-ABA7-85C0575B7353}"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8" name="Table Placeholder 7">
            <a:extLst>
              <a:ext uri="{FF2B5EF4-FFF2-40B4-BE49-F238E27FC236}">
                <a16:creationId xmlns:a16="http://schemas.microsoft.com/office/drawing/2014/main" id="{DA8972DC-88B1-3220-E576-DCAE491F1082}"/>
              </a:ext>
            </a:extLst>
          </p:cNvPr>
          <p:cNvSpPr>
            <a:spLocks noGrp="1"/>
          </p:cNvSpPr>
          <p:nvPr>
            <p:ph type="tbl" sz="quarter" idx="14"/>
          </p:nvPr>
        </p:nvSpPr>
        <p:spPr>
          <a:xfrm>
            <a:off x="571500" y="1752600"/>
            <a:ext cx="11049000" cy="4533900"/>
          </a:xfrm>
        </p:spPr>
        <p:txBody>
          <a:bodyPr/>
          <a:lstStyle/>
          <a:p>
            <a:r>
              <a:rPr lang="en-US"/>
              <a:t>Click icon to add table</a:t>
            </a:r>
          </a:p>
        </p:txBody>
      </p:sp>
    </p:spTree>
    <p:extLst>
      <p:ext uri="{BB962C8B-B14F-4D97-AF65-F5344CB8AC3E}">
        <p14:creationId xmlns:p14="http://schemas.microsoft.com/office/powerpoint/2010/main" val="15449678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lient Story 1">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E06554-8B2A-F1F4-1E23-A12DC2EABB15}"/>
              </a:ext>
              <a:ext uri="{C183D7F6-B498-43B3-948B-1728B52AA6E4}">
                <adec:decorative xmlns:adec="http://schemas.microsoft.com/office/drawing/2017/decorative" val="1"/>
              </a:ext>
            </a:extLst>
          </p:cNvPr>
          <p:cNvSpPr>
            <a:spLocks noGrp="1"/>
          </p:cNvSpPr>
          <p:nvPr>
            <p:ph type="body" sz="quarter" idx="31"/>
          </p:nvPr>
        </p:nvSpPr>
        <p:spPr>
          <a:xfrm>
            <a:off x="6224657" y="0"/>
            <a:ext cx="5967344" cy="2441050"/>
          </a:xfrm>
          <a:custGeom>
            <a:avLst/>
            <a:gdLst>
              <a:gd name="connsiteX0" fmla="*/ 0 w 5967344"/>
              <a:gd name="connsiteY0" fmla="*/ 0 h 2441050"/>
              <a:gd name="connsiteX1" fmla="*/ 609304 w 5967344"/>
              <a:gd name="connsiteY1" fmla="*/ 0 h 2441050"/>
              <a:gd name="connsiteX2" fmla="*/ 750541 w 5967344"/>
              <a:gd name="connsiteY2" fmla="*/ 473990 h 2441050"/>
              <a:gd name="connsiteX3" fmla="*/ 1767447 w 5967344"/>
              <a:gd name="connsiteY3" fmla="*/ 1024007 h 2441050"/>
              <a:gd name="connsiteX4" fmla="*/ 4453598 w 5967344"/>
              <a:gd name="connsiteY4" fmla="*/ 223654 h 2441050"/>
              <a:gd name="connsiteX5" fmla="*/ 4453551 w 5967344"/>
              <a:gd name="connsiteY5" fmla="*/ 223585 h 2441050"/>
              <a:gd name="connsiteX6" fmla="*/ 5935514 w 5967344"/>
              <a:gd name="connsiteY6" fmla="*/ 675148 h 2441050"/>
              <a:gd name="connsiteX7" fmla="*/ 5967344 w 5967344"/>
              <a:gd name="connsiteY7" fmla="*/ 717859 h 2441050"/>
              <a:gd name="connsiteX8" fmla="*/ 5967344 w 5967344"/>
              <a:gd name="connsiteY8" fmla="*/ 2441050 h 2441050"/>
              <a:gd name="connsiteX9" fmla="*/ 5637280 w 5967344"/>
              <a:gd name="connsiteY9" fmla="*/ 1333287 h 2441050"/>
              <a:gd name="connsiteX10" fmla="*/ 4620373 w 5967344"/>
              <a:gd name="connsiteY10" fmla="*/ 783269 h 2441050"/>
              <a:gd name="connsiteX11" fmla="*/ 1934203 w 5967344"/>
              <a:gd name="connsiteY11" fmla="*/ 1583655 h 2441050"/>
              <a:gd name="connsiteX12" fmla="*/ 190925 w 5967344"/>
              <a:gd name="connsiteY12" fmla="*/ 640763 h 244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7344" h="2441050">
                <a:moveTo>
                  <a:pt x="0" y="0"/>
                </a:moveTo>
                <a:lnTo>
                  <a:pt x="609304" y="0"/>
                </a:lnTo>
                <a:lnTo>
                  <a:pt x="750541" y="473990"/>
                </a:lnTo>
                <a:cubicBezTo>
                  <a:pt x="879470" y="906687"/>
                  <a:pt x="1334749" y="1152935"/>
                  <a:pt x="1767447" y="1024007"/>
                </a:cubicBezTo>
                <a:lnTo>
                  <a:pt x="4453598" y="223654"/>
                </a:lnTo>
                <a:lnTo>
                  <a:pt x="4453551" y="223585"/>
                </a:lnTo>
                <a:cubicBezTo>
                  <a:pt x="5009885" y="57837"/>
                  <a:pt x="5587992" y="253856"/>
                  <a:pt x="5935514" y="675148"/>
                </a:cubicBezTo>
                <a:lnTo>
                  <a:pt x="5967344" y="717859"/>
                </a:lnTo>
                <a:lnTo>
                  <a:pt x="5967344" y="2441050"/>
                </a:lnTo>
                <a:lnTo>
                  <a:pt x="5637280" y="1333287"/>
                </a:lnTo>
                <a:cubicBezTo>
                  <a:pt x="5508351" y="900588"/>
                  <a:pt x="5053071" y="654340"/>
                  <a:pt x="4620373" y="783269"/>
                </a:cubicBezTo>
                <a:lnTo>
                  <a:pt x="1934203" y="1583655"/>
                </a:lnTo>
                <a:cubicBezTo>
                  <a:pt x="1192424" y="1804652"/>
                  <a:pt x="411939" y="1382510"/>
                  <a:pt x="190925" y="640763"/>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EE4616B2-C2FA-4CA9-E6AC-2DAF2058548D}"/>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9" name="Picture Placeholder 28">
            <a:extLst>
              <a:ext uri="{FF2B5EF4-FFF2-40B4-BE49-F238E27FC236}">
                <a16:creationId xmlns:a16="http://schemas.microsoft.com/office/drawing/2014/main" id="{CF535E5E-710C-7CB7-1A56-23F58718852E}"/>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206"/>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17C8946E-1E61-63FF-CE8A-7801BA52B64D}"/>
              </a:ext>
            </a:extLst>
          </p:cNvPr>
          <p:cNvSpPr>
            <a:spLocks noGrp="1"/>
          </p:cNvSpPr>
          <p:nvPr>
            <p:ph type="title"/>
          </p:nvPr>
        </p:nvSpPr>
        <p:spPr>
          <a:xfrm>
            <a:off x="571500" y="1231650"/>
            <a:ext cx="4699000" cy="841248"/>
          </a:xfrm>
        </p:spPr>
        <p:txBody>
          <a:bodyPr/>
          <a:lstStyle/>
          <a:p>
            <a:r>
              <a:rPr lang="en-US"/>
              <a:t>Click to edit Master title style</a:t>
            </a:r>
          </a:p>
        </p:txBody>
      </p:sp>
      <p:sp>
        <p:nvSpPr>
          <p:cNvPr id="31" name="Text Placeholder 30">
            <a:extLst>
              <a:ext uri="{FF2B5EF4-FFF2-40B4-BE49-F238E27FC236}">
                <a16:creationId xmlns:a16="http://schemas.microsoft.com/office/drawing/2014/main" id="{85EE684F-811A-48D0-19CC-E99DA92385FA}"/>
              </a:ext>
            </a:extLst>
          </p:cNvPr>
          <p:cNvSpPr>
            <a:spLocks noGrp="1"/>
          </p:cNvSpPr>
          <p:nvPr>
            <p:ph type="body" sz="quarter" idx="15"/>
          </p:nvPr>
        </p:nvSpPr>
        <p:spPr>
          <a:xfrm>
            <a:off x="571500" y="2933700"/>
            <a:ext cx="4699000"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33" name="Text Placeholder 32">
            <a:extLst>
              <a:ext uri="{FF2B5EF4-FFF2-40B4-BE49-F238E27FC236}">
                <a16:creationId xmlns:a16="http://schemas.microsoft.com/office/drawing/2014/main" id="{D8DDE2F4-F352-152F-C83A-6DE995D4188D}"/>
              </a:ext>
            </a:extLst>
          </p:cNvPr>
          <p:cNvSpPr>
            <a:spLocks noGrp="1"/>
          </p:cNvSpPr>
          <p:nvPr>
            <p:ph type="body" sz="quarter" idx="16"/>
          </p:nvPr>
        </p:nvSpPr>
        <p:spPr>
          <a:xfrm>
            <a:off x="571500" y="3618981"/>
            <a:ext cx="4680246" cy="204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4">
            <a:extLst>
              <a:ext uri="{FF2B5EF4-FFF2-40B4-BE49-F238E27FC236}">
                <a16:creationId xmlns:a16="http://schemas.microsoft.com/office/drawing/2014/main" id="{69DE830F-F48B-DDC3-4AC8-190DF5D262D7}"/>
              </a:ext>
            </a:extLst>
          </p:cNvPr>
          <p:cNvSpPr>
            <a:spLocks noGrp="1"/>
          </p:cNvSpPr>
          <p:nvPr>
            <p:ph type="body" sz="quarter" idx="17"/>
          </p:nvPr>
        </p:nvSpPr>
        <p:spPr>
          <a:xfrm>
            <a:off x="571500" y="5879600"/>
            <a:ext cx="4699000" cy="406900"/>
          </a:xfrm>
        </p:spPr>
        <p:txBody>
          <a:bodyPr/>
          <a:lstStyle>
            <a:lvl1pPr marL="0" indent="0">
              <a:spcBef>
                <a:spcPts val="0"/>
              </a:spcBef>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6" name="Text Placeholder 30">
            <a:extLst>
              <a:ext uri="{FF2B5EF4-FFF2-40B4-BE49-F238E27FC236}">
                <a16:creationId xmlns:a16="http://schemas.microsoft.com/office/drawing/2014/main" id="{67610148-7BEF-2C77-A659-FE99E5E60F45}"/>
              </a:ext>
            </a:extLst>
          </p:cNvPr>
          <p:cNvSpPr>
            <a:spLocks noGrp="1"/>
          </p:cNvSpPr>
          <p:nvPr>
            <p:ph type="body" sz="quarter" idx="18"/>
          </p:nvPr>
        </p:nvSpPr>
        <p:spPr>
          <a:xfrm>
            <a:off x="6210434" y="2933700"/>
            <a:ext cx="5403684"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7" name="Text Placeholder 30">
            <a:extLst>
              <a:ext uri="{FF2B5EF4-FFF2-40B4-BE49-F238E27FC236}">
                <a16:creationId xmlns:a16="http://schemas.microsoft.com/office/drawing/2014/main" id="{4D7C565C-FB69-81FC-3387-FDBCEF8CF0DE}"/>
              </a:ext>
            </a:extLst>
          </p:cNvPr>
          <p:cNvSpPr>
            <a:spLocks noGrp="1"/>
          </p:cNvSpPr>
          <p:nvPr>
            <p:ph type="body" sz="quarter" idx="27" hasCustomPrompt="1"/>
          </p:nvPr>
        </p:nvSpPr>
        <p:spPr>
          <a:xfrm>
            <a:off x="6210434"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4" name="Text Placeholder 43">
            <a:extLst>
              <a:ext uri="{FF2B5EF4-FFF2-40B4-BE49-F238E27FC236}">
                <a16:creationId xmlns:a16="http://schemas.microsoft.com/office/drawing/2014/main" id="{A00253E8-F1B3-656B-7561-20CCCBA2FD17}"/>
              </a:ext>
            </a:extLst>
          </p:cNvPr>
          <p:cNvSpPr>
            <a:spLocks noGrp="1"/>
          </p:cNvSpPr>
          <p:nvPr>
            <p:ph type="body" sz="quarter" idx="24"/>
          </p:nvPr>
        </p:nvSpPr>
        <p:spPr>
          <a:xfrm>
            <a:off x="6198108"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8" name="Text Placeholder 30">
            <a:extLst>
              <a:ext uri="{FF2B5EF4-FFF2-40B4-BE49-F238E27FC236}">
                <a16:creationId xmlns:a16="http://schemas.microsoft.com/office/drawing/2014/main" id="{93C2E08B-E391-01B0-CF7F-5B9B9CD623CC}"/>
              </a:ext>
            </a:extLst>
          </p:cNvPr>
          <p:cNvSpPr>
            <a:spLocks noGrp="1"/>
          </p:cNvSpPr>
          <p:nvPr>
            <p:ph type="body" sz="quarter" idx="28" hasCustomPrompt="1"/>
          </p:nvPr>
        </p:nvSpPr>
        <p:spPr>
          <a:xfrm>
            <a:off x="8097350"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5" name="Text Placeholder 43">
            <a:extLst>
              <a:ext uri="{FF2B5EF4-FFF2-40B4-BE49-F238E27FC236}">
                <a16:creationId xmlns:a16="http://schemas.microsoft.com/office/drawing/2014/main" id="{C4A198CB-E184-6266-9D43-9BFE575CFEDF}"/>
              </a:ext>
            </a:extLst>
          </p:cNvPr>
          <p:cNvSpPr>
            <a:spLocks noGrp="1"/>
          </p:cNvSpPr>
          <p:nvPr>
            <p:ph type="body" sz="quarter" idx="25"/>
          </p:nvPr>
        </p:nvSpPr>
        <p:spPr>
          <a:xfrm>
            <a:off x="8097350"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9" name="Text Placeholder 30">
            <a:extLst>
              <a:ext uri="{FF2B5EF4-FFF2-40B4-BE49-F238E27FC236}">
                <a16:creationId xmlns:a16="http://schemas.microsoft.com/office/drawing/2014/main" id="{E8698B52-FB70-A72E-D78D-CA176B9E9274}"/>
              </a:ext>
            </a:extLst>
          </p:cNvPr>
          <p:cNvSpPr>
            <a:spLocks noGrp="1"/>
          </p:cNvSpPr>
          <p:nvPr>
            <p:ph type="body" sz="quarter" idx="29" hasCustomPrompt="1"/>
          </p:nvPr>
        </p:nvSpPr>
        <p:spPr>
          <a:xfrm>
            <a:off x="9996592"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6" name="Text Placeholder 43">
            <a:extLst>
              <a:ext uri="{FF2B5EF4-FFF2-40B4-BE49-F238E27FC236}">
                <a16:creationId xmlns:a16="http://schemas.microsoft.com/office/drawing/2014/main" id="{4915718C-0352-5306-2873-FA4B3CEC050D}"/>
              </a:ext>
            </a:extLst>
          </p:cNvPr>
          <p:cNvSpPr>
            <a:spLocks noGrp="1"/>
          </p:cNvSpPr>
          <p:nvPr>
            <p:ph type="body" sz="quarter" idx="26"/>
          </p:nvPr>
        </p:nvSpPr>
        <p:spPr>
          <a:xfrm>
            <a:off x="9996592"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37" name="Text Placeholder 30">
            <a:extLst>
              <a:ext uri="{FF2B5EF4-FFF2-40B4-BE49-F238E27FC236}">
                <a16:creationId xmlns:a16="http://schemas.microsoft.com/office/drawing/2014/main" id="{4A7A2D0C-59FF-6E64-7E59-CB2DD2E4E9EF}"/>
              </a:ext>
            </a:extLst>
          </p:cNvPr>
          <p:cNvSpPr>
            <a:spLocks noGrp="1"/>
          </p:cNvSpPr>
          <p:nvPr>
            <p:ph type="body" sz="quarter" idx="19"/>
          </p:nvPr>
        </p:nvSpPr>
        <p:spPr>
          <a:xfrm>
            <a:off x="6210434" y="4813737"/>
            <a:ext cx="3530600"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0" name="Text Placeholder 39">
            <a:extLst>
              <a:ext uri="{FF2B5EF4-FFF2-40B4-BE49-F238E27FC236}">
                <a16:creationId xmlns:a16="http://schemas.microsoft.com/office/drawing/2014/main" id="{0B704EC8-58FF-EF26-C73A-793CB6E991F7}"/>
              </a:ext>
            </a:extLst>
          </p:cNvPr>
          <p:cNvSpPr>
            <a:spLocks noGrp="1"/>
          </p:cNvSpPr>
          <p:nvPr>
            <p:ph type="body" sz="quarter" idx="21"/>
          </p:nvPr>
        </p:nvSpPr>
        <p:spPr>
          <a:xfrm>
            <a:off x="623411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Text Placeholder 39">
            <a:extLst>
              <a:ext uri="{FF2B5EF4-FFF2-40B4-BE49-F238E27FC236}">
                <a16:creationId xmlns:a16="http://schemas.microsoft.com/office/drawing/2014/main" id="{D8261159-5E0A-9E29-FB01-E298D1EB21F3}"/>
              </a:ext>
            </a:extLst>
          </p:cNvPr>
          <p:cNvSpPr>
            <a:spLocks noGrp="1"/>
          </p:cNvSpPr>
          <p:nvPr>
            <p:ph type="body" sz="quarter" idx="22"/>
          </p:nvPr>
        </p:nvSpPr>
        <p:spPr>
          <a:xfrm>
            <a:off x="811357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30">
            <a:extLst>
              <a:ext uri="{FF2B5EF4-FFF2-40B4-BE49-F238E27FC236}">
                <a16:creationId xmlns:a16="http://schemas.microsoft.com/office/drawing/2014/main" id="{92698414-2769-0F62-8C6D-677E45CC565E}"/>
              </a:ext>
            </a:extLst>
          </p:cNvPr>
          <p:cNvSpPr>
            <a:spLocks noGrp="1"/>
          </p:cNvSpPr>
          <p:nvPr>
            <p:ph type="body" sz="quarter" idx="20"/>
          </p:nvPr>
        </p:nvSpPr>
        <p:spPr>
          <a:xfrm>
            <a:off x="9996592" y="4813737"/>
            <a:ext cx="1632246"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2" name="Text Placeholder 39">
            <a:extLst>
              <a:ext uri="{FF2B5EF4-FFF2-40B4-BE49-F238E27FC236}">
                <a16:creationId xmlns:a16="http://schemas.microsoft.com/office/drawing/2014/main" id="{0DB1A218-C29A-46F6-7AF4-00BDBD1315B6}"/>
              </a:ext>
            </a:extLst>
          </p:cNvPr>
          <p:cNvSpPr>
            <a:spLocks noGrp="1"/>
          </p:cNvSpPr>
          <p:nvPr>
            <p:ph type="body" sz="quarter" idx="23"/>
          </p:nvPr>
        </p:nvSpPr>
        <p:spPr>
          <a:xfrm>
            <a:off x="9996592"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2">
            <a:extLst>
              <a:ext uri="{FF2B5EF4-FFF2-40B4-BE49-F238E27FC236}">
                <a16:creationId xmlns:a16="http://schemas.microsoft.com/office/drawing/2014/main" id="{AE8E4323-CFF6-B391-006E-9EF76EE21BDA}"/>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6B0CE59-FD96-EE8E-27DA-A04146B442BF}"/>
              </a:ext>
              <a:ext uri="{C183D7F6-B498-43B3-948B-1728B52AA6E4}">
                <adec:decorative xmlns:adec="http://schemas.microsoft.com/office/drawing/2017/decorative" val="1"/>
              </a:ext>
            </a:extLst>
          </p:cNvPr>
          <p:cNvSpPr>
            <a:spLocks noGrp="1"/>
          </p:cNvSpPr>
          <p:nvPr>
            <p:ph type="dt" sz="half" idx="11"/>
          </p:nvPr>
        </p:nvSpPr>
        <p:spPr/>
        <p:txBody>
          <a:bodyPr/>
          <a:lstStyle/>
          <a:p>
            <a:fld id="{EDCB7403-3BEC-41FB-8685-4356821C5A54}" type="datetimeyyyy">
              <a:rPr lang="en-US" smtClean="0"/>
              <a:t>2026</a:t>
            </a:fld>
            <a:endParaRPr lang="en-US"/>
          </a:p>
        </p:txBody>
      </p:sp>
      <p:sp>
        <p:nvSpPr>
          <p:cNvPr id="5" name="Slide Number Placeholder 4">
            <a:extLst>
              <a:ext uri="{FF2B5EF4-FFF2-40B4-BE49-F238E27FC236}">
                <a16:creationId xmlns:a16="http://schemas.microsoft.com/office/drawing/2014/main" id="{39ED4119-12F7-B9E8-8CF0-BABCFDC2002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9109726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lient Story 2">
    <p:spTree>
      <p:nvGrpSpPr>
        <p:cNvPr id="1" name=""/>
        <p:cNvGrpSpPr/>
        <p:nvPr/>
      </p:nvGrpSpPr>
      <p:grpSpPr>
        <a:xfrm>
          <a:off x="0" y="0"/>
          <a:ext cx="0" cy="0"/>
          <a:chOff x="0" y="0"/>
          <a:chExt cx="0" cy="0"/>
        </a:xfrm>
      </p:grpSpPr>
      <p:sp>
        <p:nvSpPr>
          <p:cNvPr id="24" name="Picture Placeholder 25">
            <a:extLst>
              <a:ext uri="{FF2B5EF4-FFF2-40B4-BE49-F238E27FC236}">
                <a16:creationId xmlns:a16="http://schemas.microsoft.com/office/drawing/2014/main" id="{F59290A7-70C3-BCB6-9242-671EA21CA209}"/>
              </a:ext>
              <a:ext uri="{C183D7F6-B498-43B3-948B-1728B52AA6E4}">
                <adec:decorative xmlns:adec="http://schemas.microsoft.com/office/drawing/2017/decorative" val="1"/>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5" name="Title 1">
            <a:extLst>
              <a:ext uri="{FF2B5EF4-FFF2-40B4-BE49-F238E27FC236}">
                <a16:creationId xmlns:a16="http://schemas.microsoft.com/office/drawing/2014/main" id="{6BFB49F6-16B3-E139-059A-7C11BD17D22E}"/>
              </a:ext>
            </a:extLst>
          </p:cNvPr>
          <p:cNvSpPr>
            <a:spLocks noGrp="1"/>
          </p:cNvSpPr>
          <p:nvPr>
            <p:ph type="title"/>
          </p:nvPr>
        </p:nvSpPr>
        <p:spPr>
          <a:xfrm>
            <a:off x="571499" y="1231650"/>
            <a:ext cx="7285037" cy="837180"/>
          </a:xfrm>
        </p:spPr>
        <p:txBody>
          <a:bodyPr/>
          <a:lstStyle/>
          <a:p>
            <a:r>
              <a:rPr lang="en-US"/>
              <a:t>Click to edit Master title style</a:t>
            </a:r>
          </a:p>
        </p:txBody>
      </p:sp>
      <p:sp>
        <p:nvSpPr>
          <p:cNvPr id="21" name="Text Placeholder 11">
            <a:extLst>
              <a:ext uri="{FF2B5EF4-FFF2-40B4-BE49-F238E27FC236}">
                <a16:creationId xmlns:a16="http://schemas.microsoft.com/office/drawing/2014/main" id="{18AE4E22-5B33-79E7-C09D-EBD831947CE2}"/>
              </a:ext>
            </a:extLst>
          </p:cNvPr>
          <p:cNvSpPr>
            <a:spLocks noGrp="1"/>
          </p:cNvSpPr>
          <p:nvPr>
            <p:ph type="body" sz="quarter" idx="36"/>
          </p:nvPr>
        </p:nvSpPr>
        <p:spPr>
          <a:xfrm>
            <a:off x="571500" y="2286000"/>
            <a:ext cx="72898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Text Placeholder 44">
            <a:extLst>
              <a:ext uri="{FF2B5EF4-FFF2-40B4-BE49-F238E27FC236}">
                <a16:creationId xmlns:a16="http://schemas.microsoft.com/office/drawing/2014/main" id="{73BC812E-69B3-4089-6A8B-56A5EEB81FA4}"/>
              </a:ext>
            </a:extLst>
          </p:cNvPr>
          <p:cNvSpPr>
            <a:spLocks noGrp="1"/>
          </p:cNvSpPr>
          <p:nvPr>
            <p:ph type="body" sz="quarter" idx="23"/>
          </p:nvPr>
        </p:nvSpPr>
        <p:spPr>
          <a:xfrm>
            <a:off x="571497" y="2933700"/>
            <a:ext cx="2580469" cy="2728729"/>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34">
            <a:extLst>
              <a:ext uri="{FF2B5EF4-FFF2-40B4-BE49-F238E27FC236}">
                <a16:creationId xmlns:a16="http://schemas.microsoft.com/office/drawing/2014/main" id="{94E6D2A2-8162-13F6-769C-E5F56A7809D2}"/>
              </a:ext>
            </a:extLst>
          </p:cNvPr>
          <p:cNvSpPr>
            <a:spLocks noGrp="1"/>
          </p:cNvSpPr>
          <p:nvPr>
            <p:ph type="body" sz="quarter" idx="17"/>
          </p:nvPr>
        </p:nvSpPr>
        <p:spPr>
          <a:xfrm>
            <a:off x="571499" y="5879600"/>
            <a:ext cx="2580467"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7" name="Text Placeholder 34">
            <a:extLst>
              <a:ext uri="{FF2B5EF4-FFF2-40B4-BE49-F238E27FC236}">
                <a16:creationId xmlns:a16="http://schemas.microsoft.com/office/drawing/2014/main" id="{ACDD6796-4F48-7418-E2AA-C8C07F1A1401}"/>
              </a:ext>
            </a:extLst>
          </p:cNvPr>
          <p:cNvSpPr>
            <a:spLocks noGrp="1"/>
          </p:cNvSpPr>
          <p:nvPr>
            <p:ph type="body" sz="quarter" idx="30" hasCustomPrompt="1"/>
          </p:nvPr>
        </p:nvSpPr>
        <p:spPr>
          <a:xfrm>
            <a:off x="3390898" y="4120154"/>
            <a:ext cx="1651002"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Client</a:t>
            </a:r>
          </a:p>
        </p:txBody>
      </p:sp>
      <p:sp>
        <p:nvSpPr>
          <p:cNvPr id="42" name="Text Placeholder 44">
            <a:extLst>
              <a:ext uri="{FF2B5EF4-FFF2-40B4-BE49-F238E27FC236}">
                <a16:creationId xmlns:a16="http://schemas.microsoft.com/office/drawing/2014/main" id="{3C51105F-338A-E1AF-3049-2AFD1F66BBF5}"/>
              </a:ext>
            </a:extLst>
          </p:cNvPr>
          <p:cNvSpPr>
            <a:spLocks noGrp="1"/>
          </p:cNvSpPr>
          <p:nvPr>
            <p:ph type="body" sz="quarter" idx="33"/>
          </p:nvPr>
        </p:nvSpPr>
        <p:spPr>
          <a:xfrm>
            <a:off x="3390900" y="4475720"/>
            <a:ext cx="1651000"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4">
            <a:extLst>
              <a:ext uri="{FF2B5EF4-FFF2-40B4-BE49-F238E27FC236}">
                <a16:creationId xmlns:a16="http://schemas.microsoft.com/office/drawing/2014/main" id="{E07C5E31-361F-AAF7-02FF-F08D52AB59C5}"/>
              </a:ext>
            </a:extLst>
          </p:cNvPr>
          <p:cNvSpPr>
            <a:spLocks noGrp="1"/>
          </p:cNvSpPr>
          <p:nvPr>
            <p:ph type="body" sz="quarter" idx="31" hasCustomPrompt="1"/>
          </p:nvPr>
        </p:nvSpPr>
        <p:spPr>
          <a:xfrm>
            <a:off x="5280833" y="4120154"/>
            <a:ext cx="1640665"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Solutions</a:t>
            </a:r>
          </a:p>
        </p:txBody>
      </p:sp>
      <p:sp>
        <p:nvSpPr>
          <p:cNvPr id="43" name="Text Placeholder 44">
            <a:extLst>
              <a:ext uri="{FF2B5EF4-FFF2-40B4-BE49-F238E27FC236}">
                <a16:creationId xmlns:a16="http://schemas.microsoft.com/office/drawing/2014/main" id="{1D47B2D7-00E0-B307-8968-8B1BBB9A731A}"/>
              </a:ext>
            </a:extLst>
          </p:cNvPr>
          <p:cNvSpPr>
            <a:spLocks noGrp="1"/>
          </p:cNvSpPr>
          <p:nvPr>
            <p:ph type="body" sz="quarter" idx="34"/>
          </p:nvPr>
        </p:nvSpPr>
        <p:spPr>
          <a:xfrm>
            <a:off x="5280833" y="4475720"/>
            <a:ext cx="1640665"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34">
            <a:extLst>
              <a:ext uri="{FF2B5EF4-FFF2-40B4-BE49-F238E27FC236}">
                <a16:creationId xmlns:a16="http://schemas.microsoft.com/office/drawing/2014/main" id="{6F11AF7D-BDD0-BFDF-381B-A735A532C03F}"/>
              </a:ext>
            </a:extLst>
          </p:cNvPr>
          <p:cNvSpPr>
            <a:spLocks noGrp="1"/>
          </p:cNvSpPr>
          <p:nvPr>
            <p:ph type="body" sz="quarter" idx="32" hasCustomPrompt="1"/>
          </p:nvPr>
        </p:nvSpPr>
        <p:spPr>
          <a:xfrm>
            <a:off x="7160431" y="4120154"/>
            <a:ext cx="929469"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Platforms</a:t>
            </a:r>
          </a:p>
        </p:txBody>
      </p:sp>
      <p:sp>
        <p:nvSpPr>
          <p:cNvPr id="44" name="Text Placeholder 44">
            <a:extLst>
              <a:ext uri="{FF2B5EF4-FFF2-40B4-BE49-F238E27FC236}">
                <a16:creationId xmlns:a16="http://schemas.microsoft.com/office/drawing/2014/main" id="{2ECA239D-3E9B-FCA2-9CB4-5381EB0158C4}"/>
              </a:ext>
            </a:extLst>
          </p:cNvPr>
          <p:cNvSpPr>
            <a:spLocks noGrp="1"/>
          </p:cNvSpPr>
          <p:nvPr>
            <p:ph type="body" sz="quarter" idx="35"/>
          </p:nvPr>
        </p:nvSpPr>
        <p:spPr>
          <a:xfrm>
            <a:off x="7160431" y="4475720"/>
            <a:ext cx="929469"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p:txBody>
      </p:sp>
      <p:sp>
        <p:nvSpPr>
          <p:cNvPr id="29" name="Picture Placeholder 28">
            <a:extLst>
              <a:ext uri="{FF2B5EF4-FFF2-40B4-BE49-F238E27FC236}">
                <a16:creationId xmlns:a16="http://schemas.microsoft.com/office/drawing/2014/main" id="{B9BF247E-8504-5753-EE74-89AEB4906F9D}"/>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30036C98-D224-33A5-CA57-A6B814AF24E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D98ABE0-084B-6499-BF82-44BC2D53157A}"/>
              </a:ext>
              <a:ext uri="{C183D7F6-B498-43B3-948B-1728B52AA6E4}">
                <adec:decorative xmlns:adec="http://schemas.microsoft.com/office/drawing/2017/decorative" val="1"/>
              </a:ext>
            </a:extLst>
          </p:cNvPr>
          <p:cNvSpPr>
            <a:spLocks noGrp="1"/>
          </p:cNvSpPr>
          <p:nvPr>
            <p:ph type="dt" sz="half" idx="11"/>
          </p:nvPr>
        </p:nvSpPr>
        <p:spPr/>
        <p:txBody>
          <a:bodyPr/>
          <a:lstStyle/>
          <a:p>
            <a:fld id="{00B13694-B473-4F5E-AED6-34957C909A7E}" type="datetimeyyyy">
              <a:rPr lang="en-US" smtClean="0"/>
              <a:t>2026</a:t>
            </a:fld>
            <a:endParaRPr lang="en-US"/>
          </a:p>
        </p:txBody>
      </p:sp>
      <p:sp>
        <p:nvSpPr>
          <p:cNvPr id="5" name="Slide Number Placeholder 4">
            <a:extLst>
              <a:ext uri="{FF2B5EF4-FFF2-40B4-BE49-F238E27FC236}">
                <a16:creationId xmlns:a16="http://schemas.microsoft.com/office/drawing/2014/main" id="{A6DCA947-6913-4ED0-3265-B85B85E39F5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2041230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lient Story 3">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C9CB0EF8-9739-A055-6227-C4FEE56D4D34}"/>
              </a:ext>
              <a:ext uri="{C183D7F6-B498-43B3-948B-1728B52AA6E4}">
                <adec:decorative xmlns:adec="http://schemas.microsoft.com/office/drawing/2017/decorative" val="1"/>
              </a:ext>
            </a:extLst>
          </p:cNvPr>
          <p:cNvCxnSpPr>
            <a:cxnSpLocks/>
          </p:cNvCxnSpPr>
          <p:nvPr userDrawn="1"/>
        </p:nvCxnSpPr>
        <p:spPr>
          <a:xfrm>
            <a:off x="8108325"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7D55FC2-FC25-1311-881D-EDCDC483EDA3}"/>
              </a:ext>
              <a:ext uri="{C183D7F6-B498-43B3-948B-1728B52AA6E4}">
                <adec:decorative xmlns:adec="http://schemas.microsoft.com/office/drawing/2017/decorative" val="1"/>
              </a:ext>
            </a:extLst>
          </p:cNvPr>
          <p:cNvCxnSpPr>
            <a:cxnSpLocks/>
          </p:cNvCxnSpPr>
          <p:nvPr userDrawn="1"/>
        </p:nvCxnSpPr>
        <p:spPr>
          <a:xfrm>
            <a:off x="435210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E696873-FEE2-1010-2D15-2DBB91737768}"/>
              </a:ext>
              <a:ext uri="{C183D7F6-B498-43B3-948B-1728B52AA6E4}">
                <adec:decorative xmlns:adec="http://schemas.microsoft.com/office/drawing/2017/decorative" val="1"/>
              </a:ext>
            </a:extLst>
          </p:cNvPr>
          <p:cNvCxnSpPr>
            <a:cxnSpLocks/>
          </p:cNvCxnSpPr>
          <p:nvPr userDrawn="1"/>
        </p:nvCxnSpPr>
        <p:spPr>
          <a:xfrm>
            <a:off x="566117"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D2A5FE9-2E1A-216D-06E0-296FEF7A788B}"/>
              </a:ext>
              <a:ext uri="{C183D7F6-B498-43B3-948B-1728B52AA6E4}">
                <adec:decorative xmlns:adec="http://schemas.microsoft.com/office/drawing/2017/decorative" val="1"/>
              </a:ext>
            </a:extLst>
          </p:cNvPr>
          <p:cNvCxnSpPr>
            <a:cxnSpLocks/>
          </p:cNvCxnSpPr>
          <p:nvPr userDrawn="1"/>
        </p:nvCxnSpPr>
        <p:spPr>
          <a:xfrm>
            <a:off x="56611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25">
            <a:extLst>
              <a:ext uri="{FF2B5EF4-FFF2-40B4-BE49-F238E27FC236}">
                <a16:creationId xmlns:a16="http://schemas.microsoft.com/office/drawing/2014/main" id="{F5297918-2D87-A118-7987-B9798671E86E}"/>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31" name="Picture Placeholder 28">
            <a:extLst>
              <a:ext uri="{FF2B5EF4-FFF2-40B4-BE49-F238E27FC236}">
                <a16:creationId xmlns:a16="http://schemas.microsoft.com/office/drawing/2014/main" id="{13B4D4E1-343E-CB7D-C5C7-EF29CD8A7C89}"/>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882"/>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30" name="Title 1">
            <a:extLst>
              <a:ext uri="{FF2B5EF4-FFF2-40B4-BE49-F238E27FC236}">
                <a16:creationId xmlns:a16="http://schemas.microsoft.com/office/drawing/2014/main" id="{F52ABCF0-0F8D-82C1-53AA-ED3504C63710}"/>
              </a:ext>
            </a:extLst>
          </p:cNvPr>
          <p:cNvSpPr>
            <a:spLocks noGrp="1"/>
          </p:cNvSpPr>
          <p:nvPr>
            <p:ph type="title"/>
          </p:nvPr>
        </p:nvSpPr>
        <p:spPr>
          <a:xfrm>
            <a:off x="571499" y="1232328"/>
            <a:ext cx="4699001" cy="841248"/>
          </a:xfrm>
        </p:spPr>
        <p:txBody>
          <a:bodyPr/>
          <a:lstStyle/>
          <a:p>
            <a:r>
              <a:rPr lang="en-US"/>
              <a:t>Click to edit Master title style</a:t>
            </a:r>
          </a:p>
        </p:txBody>
      </p:sp>
      <p:sp>
        <p:nvSpPr>
          <p:cNvPr id="40" name="Text Placeholder 11">
            <a:extLst>
              <a:ext uri="{FF2B5EF4-FFF2-40B4-BE49-F238E27FC236}">
                <a16:creationId xmlns:a16="http://schemas.microsoft.com/office/drawing/2014/main" id="{DD7FD1ED-F16A-B697-16F7-D41D3060C301}"/>
              </a:ext>
            </a:extLst>
          </p:cNvPr>
          <p:cNvSpPr>
            <a:spLocks noGrp="1"/>
          </p:cNvSpPr>
          <p:nvPr>
            <p:ph type="body" sz="quarter" idx="35"/>
          </p:nvPr>
        </p:nvSpPr>
        <p:spPr>
          <a:xfrm>
            <a:off x="571500" y="2286000"/>
            <a:ext cx="4699000" cy="457200"/>
          </a:xfrm>
        </p:spPr>
        <p:txBody>
          <a:bodyPr/>
          <a:lstStyle>
            <a:lvl1pPr marL="0" indent="0">
              <a:lnSpc>
                <a:spcPct val="90000"/>
              </a:lnSpc>
              <a:buNone/>
              <a:defRPr sz="14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2" name="Text Placeholder 34">
            <a:extLst>
              <a:ext uri="{FF2B5EF4-FFF2-40B4-BE49-F238E27FC236}">
                <a16:creationId xmlns:a16="http://schemas.microsoft.com/office/drawing/2014/main" id="{4E47228C-5915-0FE3-0377-2D713CBC7338}"/>
              </a:ext>
            </a:extLst>
          </p:cNvPr>
          <p:cNvSpPr>
            <a:spLocks noGrp="1"/>
          </p:cNvSpPr>
          <p:nvPr>
            <p:ph type="body" sz="quarter" idx="30" hasCustomPrompt="1"/>
          </p:nvPr>
        </p:nvSpPr>
        <p:spPr>
          <a:xfrm>
            <a:off x="571500"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Why</a:t>
            </a:r>
          </a:p>
        </p:txBody>
      </p:sp>
      <p:sp>
        <p:nvSpPr>
          <p:cNvPr id="35" name="Text Placeholder 44">
            <a:extLst>
              <a:ext uri="{FF2B5EF4-FFF2-40B4-BE49-F238E27FC236}">
                <a16:creationId xmlns:a16="http://schemas.microsoft.com/office/drawing/2014/main" id="{625A3377-53FB-6855-BDCA-183857C094D6}"/>
              </a:ext>
            </a:extLst>
          </p:cNvPr>
          <p:cNvSpPr>
            <a:spLocks noGrp="1"/>
          </p:cNvSpPr>
          <p:nvPr>
            <p:ph type="body" sz="quarter" idx="23"/>
          </p:nvPr>
        </p:nvSpPr>
        <p:spPr>
          <a:xfrm>
            <a:off x="571497" y="3329837"/>
            <a:ext cx="2814017" cy="2332591"/>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34">
            <a:extLst>
              <a:ext uri="{FF2B5EF4-FFF2-40B4-BE49-F238E27FC236}">
                <a16:creationId xmlns:a16="http://schemas.microsoft.com/office/drawing/2014/main" id="{DCFEDDC6-F8EC-0D1A-7A95-4857D03A9E6C}"/>
              </a:ext>
            </a:extLst>
          </p:cNvPr>
          <p:cNvSpPr>
            <a:spLocks noGrp="1"/>
          </p:cNvSpPr>
          <p:nvPr>
            <p:ph type="body" sz="quarter" idx="31" hasCustomPrompt="1"/>
          </p:nvPr>
        </p:nvSpPr>
        <p:spPr>
          <a:xfrm>
            <a:off x="4337317"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What</a:t>
            </a:r>
          </a:p>
        </p:txBody>
      </p:sp>
      <p:sp>
        <p:nvSpPr>
          <p:cNvPr id="37" name="Text Placeholder 44">
            <a:extLst>
              <a:ext uri="{FF2B5EF4-FFF2-40B4-BE49-F238E27FC236}">
                <a16:creationId xmlns:a16="http://schemas.microsoft.com/office/drawing/2014/main" id="{95D00069-6290-0029-DA84-7D4F4C201387}"/>
              </a:ext>
            </a:extLst>
          </p:cNvPr>
          <p:cNvSpPr>
            <a:spLocks noGrp="1"/>
          </p:cNvSpPr>
          <p:nvPr>
            <p:ph type="body" sz="quarter" idx="33"/>
          </p:nvPr>
        </p:nvSpPr>
        <p:spPr>
          <a:xfrm>
            <a:off x="4337317"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4">
            <a:extLst>
              <a:ext uri="{FF2B5EF4-FFF2-40B4-BE49-F238E27FC236}">
                <a16:creationId xmlns:a16="http://schemas.microsoft.com/office/drawing/2014/main" id="{99E42E70-6B26-F41D-4C4C-973CF011A7CD}"/>
              </a:ext>
            </a:extLst>
          </p:cNvPr>
          <p:cNvSpPr>
            <a:spLocks noGrp="1"/>
          </p:cNvSpPr>
          <p:nvPr>
            <p:ph type="body" sz="quarter" idx="32" hasCustomPrompt="1"/>
          </p:nvPr>
        </p:nvSpPr>
        <p:spPr>
          <a:xfrm>
            <a:off x="8098994"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Wow</a:t>
            </a:r>
          </a:p>
        </p:txBody>
      </p:sp>
      <p:sp>
        <p:nvSpPr>
          <p:cNvPr id="38" name="Text Placeholder 44">
            <a:extLst>
              <a:ext uri="{FF2B5EF4-FFF2-40B4-BE49-F238E27FC236}">
                <a16:creationId xmlns:a16="http://schemas.microsoft.com/office/drawing/2014/main" id="{5F1C306B-6778-A862-057F-A596F5708323}"/>
              </a:ext>
            </a:extLst>
          </p:cNvPr>
          <p:cNvSpPr>
            <a:spLocks noGrp="1"/>
          </p:cNvSpPr>
          <p:nvPr>
            <p:ph type="body" sz="quarter" idx="34"/>
          </p:nvPr>
        </p:nvSpPr>
        <p:spPr>
          <a:xfrm>
            <a:off x="8098994"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4">
            <a:extLst>
              <a:ext uri="{FF2B5EF4-FFF2-40B4-BE49-F238E27FC236}">
                <a16:creationId xmlns:a16="http://schemas.microsoft.com/office/drawing/2014/main" id="{C41AABE2-EE86-8EE5-B351-2F0D94AC111B}"/>
              </a:ext>
            </a:extLst>
          </p:cNvPr>
          <p:cNvSpPr>
            <a:spLocks noGrp="1"/>
          </p:cNvSpPr>
          <p:nvPr>
            <p:ph type="body" sz="quarter" idx="17"/>
          </p:nvPr>
        </p:nvSpPr>
        <p:spPr>
          <a:xfrm>
            <a:off x="571500" y="5879600"/>
            <a:ext cx="2231134"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 name="Footer Placeholder 2">
            <a:extLst>
              <a:ext uri="{FF2B5EF4-FFF2-40B4-BE49-F238E27FC236}">
                <a16:creationId xmlns:a16="http://schemas.microsoft.com/office/drawing/2014/main" id="{0D75BED6-89F2-2FE6-C8BB-DCF2CF86042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0B703584-C487-B34F-2B5C-F9A9969CD5E8}"/>
              </a:ext>
              <a:ext uri="{C183D7F6-B498-43B3-948B-1728B52AA6E4}">
                <adec:decorative xmlns:adec="http://schemas.microsoft.com/office/drawing/2017/decorative" val="1"/>
              </a:ext>
            </a:extLst>
          </p:cNvPr>
          <p:cNvSpPr>
            <a:spLocks noGrp="1"/>
          </p:cNvSpPr>
          <p:nvPr>
            <p:ph type="dt" sz="half" idx="11"/>
          </p:nvPr>
        </p:nvSpPr>
        <p:spPr/>
        <p:txBody>
          <a:bodyPr/>
          <a:lstStyle/>
          <a:p>
            <a:fld id="{C99E96F2-1A31-48EF-9DB9-7D559E5AC5CD}" type="datetimeyyyy">
              <a:rPr lang="en-US" smtClean="0"/>
              <a:t>2026</a:t>
            </a:fld>
            <a:endParaRPr lang="en-US"/>
          </a:p>
        </p:txBody>
      </p:sp>
      <p:sp>
        <p:nvSpPr>
          <p:cNvPr id="5" name="Slide Number Placeholder 4">
            <a:extLst>
              <a:ext uri="{FF2B5EF4-FFF2-40B4-BE49-F238E27FC236}">
                <a16:creationId xmlns:a16="http://schemas.microsoft.com/office/drawing/2014/main" id="{9BEFD26E-5268-A28D-B7DC-884BB2EB825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7438680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sultant Profil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4F88508-6093-78DA-EC40-1090B8A18CE5}"/>
              </a:ext>
              <a:ext uri="{C183D7F6-B498-43B3-948B-1728B52AA6E4}">
                <adec:decorative xmlns:adec="http://schemas.microsoft.com/office/drawing/2017/decorative" val="1"/>
              </a:ext>
            </a:extLst>
          </p:cNvPr>
          <p:cNvSpPr>
            <a:spLocks noGrp="1"/>
          </p:cNvSpPr>
          <p:nvPr>
            <p:ph type="pic" sz="quarter" idx="13"/>
          </p:nvPr>
        </p:nvSpPr>
        <p:spPr>
          <a:xfrm>
            <a:off x="571501" y="571500"/>
            <a:ext cx="1865376" cy="1865376"/>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a:lvl1pPr>
          </a:lstStyle>
          <a:p>
            <a:r>
              <a:rPr lang="en-US"/>
              <a:t>Click icon to add picture</a:t>
            </a:r>
          </a:p>
        </p:txBody>
      </p:sp>
      <p:cxnSp>
        <p:nvCxnSpPr>
          <p:cNvPr id="12" name="Straight Connector 11">
            <a:extLst>
              <a:ext uri="{FF2B5EF4-FFF2-40B4-BE49-F238E27FC236}">
                <a16:creationId xmlns:a16="http://schemas.microsoft.com/office/drawing/2014/main" id="{448F380C-D9F2-AC7E-CC4B-ACF105A8DA0F}"/>
              </a:ext>
              <a:ext uri="{C183D7F6-B498-43B3-948B-1728B52AA6E4}">
                <adec:decorative xmlns:adec="http://schemas.microsoft.com/office/drawing/2017/decorative" val="1"/>
              </a:ext>
            </a:extLst>
          </p:cNvPr>
          <p:cNvCxnSpPr>
            <a:cxnSpLocks/>
          </p:cNvCxnSpPr>
          <p:nvPr userDrawn="1"/>
        </p:nvCxnSpPr>
        <p:spPr>
          <a:xfrm flipH="1">
            <a:off x="9969499" y="1377682"/>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2DB5DF-F1EF-1BD1-2308-31D13FF94952}"/>
              </a:ext>
              <a:ext uri="{C183D7F6-B498-43B3-948B-1728B52AA6E4}">
                <adec:decorative xmlns:adec="http://schemas.microsoft.com/office/drawing/2017/decorative" val="1"/>
              </a:ext>
            </a:extLst>
          </p:cNvPr>
          <p:cNvCxnSpPr>
            <a:cxnSpLocks/>
          </p:cNvCxnSpPr>
          <p:nvPr userDrawn="1"/>
        </p:nvCxnSpPr>
        <p:spPr>
          <a:xfrm flipH="1">
            <a:off x="5272527" y="1374871"/>
            <a:ext cx="3766445"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E54A77A-3D12-63EA-66F3-ED1B3850380D}"/>
              </a:ext>
            </a:extLst>
          </p:cNvPr>
          <p:cNvSpPr>
            <a:spLocks noGrp="1"/>
          </p:cNvSpPr>
          <p:nvPr>
            <p:ph type="title" hasCustomPrompt="1"/>
          </p:nvPr>
        </p:nvSpPr>
        <p:spPr>
          <a:xfrm>
            <a:off x="567943" y="2741195"/>
            <a:ext cx="3740914" cy="990600"/>
          </a:xfrm>
        </p:spPr>
        <p:txBody>
          <a:bodyPr anchor="b"/>
          <a:lstStyle>
            <a:lvl1pPr>
              <a:defRPr/>
            </a:lvl1pPr>
          </a:lstStyle>
          <a:p>
            <a:r>
              <a:rPr lang="en-US" err="1"/>
              <a:t>Firstname</a:t>
            </a:r>
            <a:r>
              <a:rPr lang="en-US"/>
              <a:t> </a:t>
            </a:r>
            <a:r>
              <a:rPr lang="en-US" err="1"/>
              <a:t>Lastname</a:t>
            </a:r>
            <a:endParaRPr lang="en-US"/>
          </a:p>
        </p:txBody>
      </p:sp>
      <p:sp>
        <p:nvSpPr>
          <p:cNvPr id="21" name="Text Placeholder 20">
            <a:extLst>
              <a:ext uri="{FF2B5EF4-FFF2-40B4-BE49-F238E27FC236}">
                <a16:creationId xmlns:a16="http://schemas.microsoft.com/office/drawing/2014/main" id="{1188EF8E-2193-0355-E7DC-3D4D323EB293}"/>
              </a:ext>
            </a:extLst>
          </p:cNvPr>
          <p:cNvSpPr>
            <a:spLocks noGrp="1"/>
          </p:cNvSpPr>
          <p:nvPr>
            <p:ph type="body" sz="quarter" idx="14"/>
          </p:nvPr>
        </p:nvSpPr>
        <p:spPr>
          <a:xfrm>
            <a:off x="571500" y="3924297"/>
            <a:ext cx="3740914"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5">
            <a:extLst>
              <a:ext uri="{FF2B5EF4-FFF2-40B4-BE49-F238E27FC236}">
                <a16:creationId xmlns:a16="http://schemas.microsoft.com/office/drawing/2014/main" id="{EA1F67B3-9AE4-394F-690C-1A721AF84FDE}"/>
              </a:ext>
            </a:extLst>
          </p:cNvPr>
          <p:cNvSpPr>
            <a:spLocks noGrp="1"/>
          </p:cNvSpPr>
          <p:nvPr>
            <p:ph type="body" sz="quarter" idx="17" hasCustomPrompt="1"/>
          </p:nvPr>
        </p:nvSpPr>
        <p:spPr>
          <a:xfrm>
            <a:off x="5272527" y="571500"/>
            <a:ext cx="3757173" cy="622028"/>
          </a:xfrm>
        </p:spPr>
        <p:txBody>
          <a:bodyPr anchor="b"/>
          <a:lstStyle>
            <a:lvl1pPr marL="0" indent="0">
              <a:buNone/>
              <a:defRPr sz="1200" b="1" cap="all" spc="150" baseline="0">
                <a:solidFill>
                  <a:schemeClr val="accent1"/>
                </a:solidFill>
              </a:defRPr>
            </a:lvl1pPr>
            <a:lvl2pPr marL="227012" indent="0">
              <a:buNone/>
              <a:defRPr/>
            </a:lvl2pPr>
          </a:lstStyle>
          <a:p>
            <a:pPr lvl="0"/>
            <a:r>
              <a:rPr lang="en-US"/>
              <a:t>Relevant experience</a:t>
            </a:r>
          </a:p>
        </p:txBody>
      </p:sp>
      <p:sp>
        <p:nvSpPr>
          <p:cNvPr id="23" name="Text Placeholder 22">
            <a:extLst>
              <a:ext uri="{FF2B5EF4-FFF2-40B4-BE49-F238E27FC236}">
                <a16:creationId xmlns:a16="http://schemas.microsoft.com/office/drawing/2014/main" id="{B406DB24-9BAB-801B-17BA-45ECF4C90F9C}"/>
              </a:ext>
            </a:extLst>
          </p:cNvPr>
          <p:cNvSpPr>
            <a:spLocks noGrp="1"/>
          </p:cNvSpPr>
          <p:nvPr>
            <p:ph type="body" sz="quarter" idx="15"/>
          </p:nvPr>
        </p:nvSpPr>
        <p:spPr>
          <a:xfrm>
            <a:off x="5273675" y="1562100"/>
            <a:ext cx="3765297" cy="4533896"/>
          </a:xfrm>
        </p:spPr>
        <p:txBody>
          <a:bodyPr/>
          <a:lstStyle>
            <a:lvl1pPr marL="120650" indent="-120650">
              <a:defRPr sz="1000"/>
            </a:lvl1pPr>
            <a:lvl2pPr marL="403225" indent="-176213">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5">
            <a:extLst>
              <a:ext uri="{FF2B5EF4-FFF2-40B4-BE49-F238E27FC236}">
                <a16:creationId xmlns:a16="http://schemas.microsoft.com/office/drawing/2014/main" id="{44272DFB-858B-3160-31AA-257667556531}"/>
              </a:ext>
            </a:extLst>
          </p:cNvPr>
          <p:cNvSpPr>
            <a:spLocks noGrp="1"/>
          </p:cNvSpPr>
          <p:nvPr>
            <p:ph type="body" sz="quarter" idx="18" hasCustomPrompt="1"/>
          </p:nvPr>
        </p:nvSpPr>
        <p:spPr>
          <a:xfrm>
            <a:off x="9984258" y="571500"/>
            <a:ext cx="1620267" cy="622022"/>
          </a:xfrm>
        </p:spPr>
        <p:txBody>
          <a:bodyPr anchor="b"/>
          <a:lstStyle>
            <a:lvl1pPr marL="0" indent="0">
              <a:buNone/>
              <a:defRPr sz="1200" b="1" cap="all" spc="150" baseline="0">
                <a:solidFill>
                  <a:schemeClr val="accent1"/>
                </a:solidFill>
              </a:defRPr>
            </a:lvl1pPr>
            <a:lvl2pPr marL="227012" indent="0">
              <a:buNone/>
              <a:defRPr/>
            </a:lvl2pPr>
          </a:lstStyle>
          <a:p>
            <a:pPr lvl="0"/>
            <a:r>
              <a:rPr lang="en-US"/>
              <a:t>Skills</a:t>
            </a:r>
          </a:p>
        </p:txBody>
      </p:sp>
      <p:sp>
        <p:nvSpPr>
          <p:cNvPr id="24" name="Text Placeholder 22">
            <a:extLst>
              <a:ext uri="{FF2B5EF4-FFF2-40B4-BE49-F238E27FC236}">
                <a16:creationId xmlns:a16="http://schemas.microsoft.com/office/drawing/2014/main" id="{4CD92990-27E5-6EF1-B05C-48005CB63B1F}"/>
              </a:ext>
            </a:extLst>
          </p:cNvPr>
          <p:cNvSpPr>
            <a:spLocks noGrp="1"/>
          </p:cNvSpPr>
          <p:nvPr>
            <p:ph type="body" sz="quarter" idx="16"/>
          </p:nvPr>
        </p:nvSpPr>
        <p:spPr>
          <a:xfrm>
            <a:off x="9984258" y="1562100"/>
            <a:ext cx="1620267" cy="4533896"/>
          </a:xfrm>
        </p:spPr>
        <p:txBody>
          <a:bodyPr/>
          <a:lstStyle>
            <a:lvl1pPr marL="120650" indent="-120650">
              <a:defRPr sz="1000"/>
            </a:lvl1pPr>
            <a:lvl2pPr marL="403225" indent="-176213">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75C91D87-AF4A-FFD7-017B-CA0304C1C90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2902595-FEAC-6B1C-4520-58B29666C7E0}"/>
              </a:ext>
              <a:ext uri="{C183D7F6-B498-43B3-948B-1728B52AA6E4}">
                <adec:decorative xmlns:adec="http://schemas.microsoft.com/office/drawing/2017/decorative" val="1"/>
              </a:ext>
            </a:extLst>
          </p:cNvPr>
          <p:cNvSpPr>
            <a:spLocks noGrp="1"/>
          </p:cNvSpPr>
          <p:nvPr>
            <p:ph type="dt" sz="half" idx="11"/>
          </p:nvPr>
        </p:nvSpPr>
        <p:spPr/>
        <p:txBody>
          <a:bodyPr/>
          <a:lstStyle/>
          <a:p>
            <a:fld id="{2A25A080-1792-4392-BE38-5E620E52C462}" type="datetimeyyyy">
              <a:rPr lang="en-US" smtClean="0"/>
              <a:t>2026</a:t>
            </a:fld>
            <a:endParaRPr lang="en-US"/>
          </a:p>
        </p:txBody>
      </p:sp>
      <p:sp>
        <p:nvSpPr>
          <p:cNvPr id="5" name="Slide Number Placeholder 4">
            <a:extLst>
              <a:ext uri="{FF2B5EF4-FFF2-40B4-BE49-F238E27FC236}">
                <a16:creationId xmlns:a16="http://schemas.microsoft.com/office/drawing/2014/main" id="{FB782E6F-431A-7665-4546-3ED0A1E01C1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8625089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wo image w/ squar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C273D-5BD8-E7E1-85A0-178676E45CC2}"/>
              </a:ext>
              <a:ext uri="{C183D7F6-B498-43B3-948B-1728B52AA6E4}">
                <adec:decorative xmlns:adec="http://schemas.microsoft.com/office/drawing/2017/decorative" val="1"/>
              </a:ext>
            </a:extLst>
          </p:cNvPr>
          <p:cNvSpPr/>
          <p:nvPr userDrawn="1"/>
        </p:nvSpPr>
        <p:spPr>
          <a:xfrm>
            <a:off x="0" y="0"/>
            <a:ext cx="6096000" cy="3562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Text Placeholder 16">
            <a:extLst>
              <a:ext uri="{FF2B5EF4-FFF2-40B4-BE49-F238E27FC236}">
                <a16:creationId xmlns:a16="http://schemas.microsoft.com/office/drawing/2014/main" id="{D098AB90-6E8A-85D3-32C9-317E798AFDFA}"/>
              </a:ext>
            </a:extLst>
          </p:cNvPr>
          <p:cNvSpPr>
            <a:spLocks noGrp="1"/>
          </p:cNvSpPr>
          <p:nvPr>
            <p:ph type="body" sz="quarter" idx="16"/>
          </p:nvPr>
        </p:nvSpPr>
        <p:spPr>
          <a:xfrm>
            <a:off x="1282700" y="557170"/>
            <a:ext cx="3759200" cy="495017"/>
          </a:xfrm>
        </p:spPr>
        <p:txBody>
          <a:bodyPr anchor="b"/>
          <a:lstStyle>
            <a:lvl1pPr marL="0" indent="0">
              <a:lnSpc>
                <a:spcPct val="90000"/>
              </a:lnSpc>
              <a:buNone/>
              <a:defRPr sz="1200" b="1" cap="all" spc="150" baseline="0">
                <a:solidFill>
                  <a:schemeClr val="bg1"/>
                </a:solidFill>
              </a:defRPr>
            </a:lvl1pPr>
          </a:lstStyle>
          <a:p>
            <a:pPr lvl="0"/>
            <a:r>
              <a:rPr lang="en-US"/>
              <a:t>Click to edit Master text styles</a:t>
            </a:r>
          </a:p>
        </p:txBody>
      </p:sp>
      <p:sp>
        <p:nvSpPr>
          <p:cNvPr id="17" name="Text Placeholder 16">
            <a:extLst>
              <a:ext uri="{FF2B5EF4-FFF2-40B4-BE49-F238E27FC236}">
                <a16:creationId xmlns:a16="http://schemas.microsoft.com/office/drawing/2014/main" id="{8AAD0F4C-FFBB-CC2D-83A4-15B41626479B}"/>
              </a:ext>
            </a:extLst>
          </p:cNvPr>
          <p:cNvSpPr>
            <a:spLocks noGrp="1"/>
          </p:cNvSpPr>
          <p:nvPr>
            <p:ph type="body" sz="quarter" idx="15"/>
          </p:nvPr>
        </p:nvSpPr>
        <p:spPr>
          <a:xfrm>
            <a:off x="1282700" y="1235034"/>
            <a:ext cx="3759200" cy="1508166"/>
          </a:xfrm>
        </p:spPr>
        <p:txBody>
          <a:bodyPr/>
          <a:lstStyle>
            <a:lvl1pPr marL="0" indent="0">
              <a:buNone/>
              <a:defRPr sz="2200">
                <a:solidFill>
                  <a:schemeClr val="bg1"/>
                </a:solidFill>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297F2D4D-AB7F-7B88-CCF6-E5F697F5CAED}"/>
              </a:ext>
              <a:ext uri="{C183D7F6-B498-43B3-948B-1728B52AA6E4}">
                <adec:decorative xmlns:adec="http://schemas.microsoft.com/office/drawing/2017/decorative" val="0"/>
              </a:ext>
            </a:extLst>
          </p:cNvPr>
          <p:cNvSpPr>
            <a:spLocks noGrp="1"/>
          </p:cNvSpPr>
          <p:nvPr>
            <p:ph type="pic" sz="quarter" idx="14"/>
          </p:nvPr>
        </p:nvSpPr>
        <p:spPr>
          <a:xfrm>
            <a:off x="6096000" y="0"/>
            <a:ext cx="6102395" cy="3429000"/>
          </a:xfrm>
          <a:custGeom>
            <a:avLst/>
            <a:gdLst>
              <a:gd name="connsiteX0" fmla="*/ 0 w 6121605"/>
              <a:gd name="connsiteY0" fmla="*/ 0 h 3429000"/>
              <a:gd name="connsiteX1" fmla="*/ 6121605 w 6121605"/>
              <a:gd name="connsiteY1" fmla="*/ 0 h 3429000"/>
              <a:gd name="connsiteX2" fmla="*/ 6121605 w 6121605"/>
              <a:gd name="connsiteY2" fmla="*/ 2857489 h 3429000"/>
              <a:gd name="connsiteX3" fmla="*/ 5548895 w 6121605"/>
              <a:gd name="connsiteY3" fmla="*/ 3429000 h 3429000"/>
              <a:gd name="connsiteX4" fmla="*/ 0 w 6121605"/>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1605" h="3429000">
                <a:moveTo>
                  <a:pt x="0" y="0"/>
                </a:moveTo>
                <a:lnTo>
                  <a:pt x="6121605" y="0"/>
                </a:lnTo>
                <a:lnTo>
                  <a:pt x="6121605" y="2857489"/>
                </a:lnTo>
                <a:cubicBezTo>
                  <a:pt x="6121605" y="3173126"/>
                  <a:pt x="5865194" y="3429000"/>
                  <a:pt x="5548895" y="3429000"/>
                </a:cubicBezTo>
                <a:lnTo>
                  <a:pt x="0" y="3429000"/>
                </a:lnTo>
                <a:close/>
              </a:path>
            </a:pathLst>
          </a:custGeom>
        </p:spPr>
        <p:txBody>
          <a:bodyPr wrap="square">
            <a:noAutofit/>
          </a:bodyPr>
          <a:lstStyle/>
          <a:p>
            <a:r>
              <a:rPr lang="en-US"/>
              <a:t>Click icon to add picture</a:t>
            </a:r>
          </a:p>
        </p:txBody>
      </p:sp>
      <p:sp>
        <p:nvSpPr>
          <p:cNvPr id="12" name="Picture Placeholder 11">
            <a:extLst>
              <a:ext uri="{FF2B5EF4-FFF2-40B4-BE49-F238E27FC236}">
                <a16:creationId xmlns:a16="http://schemas.microsoft.com/office/drawing/2014/main" id="{B5409D05-3C98-D050-0D6F-2A2628CDF15A}"/>
              </a:ext>
              <a:ext uri="{C183D7F6-B498-43B3-948B-1728B52AA6E4}">
                <adec:decorative xmlns:adec="http://schemas.microsoft.com/office/drawing/2017/decorative" val="0"/>
              </a:ext>
            </a:extLst>
          </p:cNvPr>
          <p:cNvSpPr>
            <a:spLocks noGrp="1"/>
          </p:cNvSpPr>
          <p:nvPr>
            <p:ph type="pic" sz="quarter" idx="13"/>
          </p:nvPr>
        </p:nvSpPr>
        <p:spPr>
          <a:xfrm>
            <a:off x="0" y="3429000"/>
            <a:ext cx="6096000" cy="3436938"/>
          </a:xfrm>
        </p:spPr>
        <p:txBody>
          <a:bodyPr/>
          <a:lstStyle/>
          <a:p>
            <a:r>
              <a:rPr lang="en-US"/>
              <a:t>Click icon to add picture</a:t>
            </a:r>
          </a:p>
        </p:txBody>
      </p:sp>
      <p:sp>
        <p:nvSpPr>
          <p:cNvPr id="20" name="Text Placeholder 16">
            <a:extLst>
              <a:ext uri="{FF2B5EF4-FFF2-40B4-BE49-F238E27FC236}">
                <a16:creationId xmlns:a16="http://schemas.microsoft.com/office/drawing/2014/main" id="{4D365ABC-5996-98B8-0B33-725C6CAD5839}"/>
              </a:ext>
            </a:extLst>
          </p:cNvPr>
          <p:cNvSpPr>
            <a:spLocks noGrp="1"/>
          </p:cNvSpPr>
          <p:nvPr>
            <p:ph type="body" sz="quarter" idx="18"/>
          </p:nvPr>
        </p:nvSpPr>
        <p:spPr>
          <a:xfrm>
            <a:off x="7150100" y="4114800"/>
            <a:ext cx="3759200" cy="292165"/>
          </a:xfrm>
        </p:spPr>
        <p:txBody>
          <a:bodyPr anchor="b"/>
          <a:lstStyle>
            <a:lvl1pPr marL="0" indent="0">
              <a:lnSpc>
                <a:spcPct val="90000"/>
              </a:lnSpc>
              <a:buNone/>
              <a:defRPr sz="1200" b="1" cap="all" spc="150" baseline="0">
                <a:solidFill>
                  <a:schemeClr val="accent1"/>
                </a:solidFill>
              </a:defRPr>
            </a:lvl1pPr>
          </a:lstStyle>
          <a:p>
            <a:pPr lvl="0"/>
            <a:r>
              <a:rPr lang="en-US"/>
              <a:t>Click to edit Master text styles</a:t>
            </a:r>
          </a:p>
        </p:txBody>
      </p:sp>
      <p:sp>
        <p:nvSpPr>
          <p:cNvPr id="19" name="Text Placeholder 16">
            <a:extLst>
              <a:ext uri="{FF2B5EF4-FFF2-40B4-BE49-F238E27FC236}">
                <a16:creationId xmlns:a16="http://schemas.microsoft.com/office/drawing/2014/main" id="{51D26A1B-AE8E-5DFA-85FE-D7D5C971C935}"/>
              </a:ext>
            </a:extLst>
          </p:cNvPr>
          <p:cNvSpPr>
            <a:spLocks noGrp="1"/>
          </p:cNvSpPr>
          <p:nvPr>
            <p:ph type="body" sz="quarter" idx="17"/>
          </p:nvPr>
        </p:nvSpPr>
        <p:spPr>
          <a:xfrm>
            <a:off x="7150100" y="4589811"/>
            <a:ext cx="3759200" cy="1696687"/>
          </a:xfrm>
        </p:spPr>
        <p:txBody>
          <a:bodyPr/>
          <a:lstStyle>
            <a:lvl1pPr marL="0" indent="0">
              <a:buNone/>
              <a:defRPr sz="2200"/>
            </a:lvl1pPr>
          </a:lstStyle>
          <a:p>
            <a:pPr lvl="0"/>
            <a:r>
              <a:rPr lang="en-US"/>
              <a:t>Click to edit Master text styles</a:t>
            </a:r>
          </a:p>
        </p:txBody>
      </p:sp>
      <p:sp>
        <p:nvSpPr>
          <p:cNvPr id="3" name="Footer Placeholder 2">
            <a:extLst>
              <a:ext uri="{FF2B5EF4-FFF2-40B4-BE49-F238E27FC236}">
                <a16:creationId xmlns:a16="http://schemas.microsoft.com/office/drawing/2014/main" id="{D109148D-2336-4FD5-7678-BEC7A9C269E4}"/>
              </a:ext>
              <a:ext uri="{C183D7F6-B498-43B3-948B-1728B52AA6E4}">
                <adec:decorative xmlns:adec="http://schemas.microsoft.com/office/drawing/2017/decorative" val="1"/>
              </a:ext>
            </a:extLst>
          </p:cNvPr>
          <p:cNvSpPr>
            <a:spLocks noGrp="1"/>
          </p:cNvSpPr>
          <p:nvPr>
            <p:ph type="ftr" sz="quarter" idx="10"/>
          </p:nvPr>
        </p:nvSpPr>
        <p:spPr>
          <a:xfrm>
            <a:off x="1645217" y="6503670"/>
            <a:ext cx="4023360" cy="137160"/>
          </a:xfrm>
        </p:spPr>
        <p:txBody>
          <a:bodyPr/>
          <a:lstStyle>
            <a:lvl1pPr>
              <a:defRPr>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9AE54A5D-BF91-532F-80BF-59D69DE99078}"/>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2"/>
                </a:solidFill>
              </a:defRPr>
            </a:lvl1pPr>
          </a:lstStyle>
          <a:p>
            <a:fld id="{AC09F21D-86C0-48B1-8956-21A994161978}" type="datetimeyyyy">
              <a:rPr lang="en-US" smtClean="0"/>
              <a:t>2026</a:t>
            </a:fld>
            <a:endParaRPr lang="en-US"/>
          </a:p>
        </p:txBody>
      </p:sp>
      <p:sp>
        <p:nvSpPr>
          <p:cNvPr id="5" name="Slide Number Placeholder 4">
            <a:extLst>
              <a:ext uri="{FF2B5EF4-FFF2-40B4-BE49-F238E27FC236}">
                <a16:creationId xmlns:a16="http://schemas.microsoft.com/office/drawing/2014/main" id="{9B30DC17-FAF7-CEE9-ACB8-56A8FF40F77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7" name="Text Placeholder 28">
            <a:extLst>
              <a:ext uri="{FF2B5EF4-FFF2-40B4-BE49-F238E27FC236}">
                <a16:creationId xmlns:a16="http://schemas.microsoft.com/office/drawing/2014/main" id="{7E377AD8-A33C-6129-93D3-533202357423}"/>
              </a:ext>
              <a:ext uri="{C183D7F6-B498-43B3-948B-1728B52AA6E4}">
                <adec:decorative xmlns:adec="http://schemas.microsoft.com/office/drawing/2017/decorative" val="1"/>
              </a:ext>
            </a:extLst>
          </p:cNvPr>
          <p:cNvSpPr>
            <a:spLocks noGrp="1" noChangeAspect="1"/>
          </p:cNvSpPr>
          <p:nvPr>
            <p:ph type="body" sz="quarter" idx="21"/>
          </p:nvPr>
        </p:nvSpPr>
        <p:spPr>
          <a:xfrm>
            <a:off x="576072" y="6473952"/>
            <a:ext cx="562041"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8" name="Text Placeholder 27">
            <a:extLst>
              <a:ext uri="{FF2B5EF4-FFF2-40B4-BE49-F238E27FC236}">
                <a16:creationId xmlns:a16="http://schemas.microsoft.com/office/drawing/2014/main" id="{8C82ECBB-508A-C0BD-C854-09FC9EE69CAD}"/>
              </a:ext>
              <a:ext uri="{C183D7F6-B498-43B3-948B-1728B52AA6E4}">
                <adec:decorative xmlns:adec="http://schemas.microsoft.com/office/drawing/2017/decorative" val="1"/>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179935035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p>
            <a:fld id="{1A5677DA-750D-4E26-A317-2E82EE9A7E3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111244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lank 2">
    <p:bg>
      <p:bgPr>
        <a:solidFill>
          <a:schemeClr val="accent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99004FBB-F6D2-4FB3-A70E-EF890FAC946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05664DA5-6A87-E42D-982F-335EC822727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B6102F70-12D2-5411-17DD-873A6F26A253}"/>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1696322494"/>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Cover + Section Divider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 uri="{C183D7F6-B498-43B3-948B-1728B52AA6E4}">
                <adec:decorative xmlns:adec="http://schemas.microsoft.com/office/drawing/2017/decorative" val="0"/>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Additional Cover slides and section divider slides</a:t>
            </a:r>
          </a:p>
        </p:txBody>
      </p:sp>
    </p:spTree>
    <p:extLst>
      <p:ext uri="{BB962C8B-B14F-4D97-AF65-F5344CB8AC3E}">
        <p14:creationId xmlns:p14="http://schemas.microsoft.com/office/powerpoint/2010/main" val="35719093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971809"/>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216686"/>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285999"/>
            <a:ext cx="8229600" cy="1828802"/>
          </a:xfrm>
        </p:spPr>
        <p:txBody>
          <a:bodyPr anchor="b"/>
          <a:lstStyle>
            <a:lvl1pPr algn="l">
              <a:defRPr sz="6600">
                <a:solidFill>
                  <a:schemeClr val="accent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0" y="4599050"/>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0" name="Picture Placeholder 5">
            <a:extLst>
              <a:ext uri="{FF2B5EF4-FFF2-40B4-BE49-F238E27FC236}">
                <a16:creationId xmlns:a16="http://schemas.microsoft.com/office/drawing/2014/main" id="{C2B27502-C2DC-9A63-9B23-BA9BE99318F2}"/>
              </a:ext>
              <a:ext uri="{C183D7F6-B498-43B3-948B-1728B52AA6E4}">
                <adec:decorative xmlns:adec="http://schemas.microsoft.com/office/drawing/2017/decorative" val="0"/>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spTree>
    <p:extLst>
      <p:ext uri="{BB962C8B-B14F-4D97-AF65-F5344CB8AC3E}">
        <p14:creationId xmlns:p14="http://schemas.microsoft.com/office/powerpoint/2010/main" val="20289177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over Slide - Partner Logo">
    <p:bg>
      <p:bgPr>
        <a:solidFill>
          <a:schemeClr val="accent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508DAC0-BC9F-FB2B-9ECF-781051E35BF9}"/>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1" name="Picture 9">
            <a:extLst>
              <a:ext uri="{FF2B5EF4-FFF2-40B4-BE49-F238E27FC236}">
                <a16:creationId xmlns:a16="http://schemas.microsoft.com/office/drawing/2014/main" id="{C02014B9-F4F4-8E0F-5847-F64008EAC75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07522" y="486514"/>
            <a:ext cx="1299971" cy="337030"/>
          </a:xfrm>
          <a:prstGeom prst="rect">
            <a:avLst/>
          </a:prstGeom>
        </p:spPr>
      </p:pic>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6" name="Picture Placeholder 5">
            <a:extLst>
              <a:ext uri="{FF2B5EF4-FFF2-40B4-BE49-F238E27FC236}">
                <a16:creationId xmlns:a16="http://schemas.microsoft.com/office/drawing/2014/main" id="{46CE2DE3-ABB9-9B32-E52C-5B71441C16BE}"/>
              </a:ext>
              <a:ext uri="{C183D7F6-B498-43B3-948B-1728B52AA6E4}">
                <adec:decorative xmlns:adec="http://schemas.microsoft.com/office/drawing/2017/decorative" val="0"/>
              </a:ext>
            </a:extLst>
          </p:cNvPr>
          <p:cNvSpPr>
            <a:spLocks noGrp="1"/>
          </p:cNvSpPr>
          <p:nvPr userDrawn="1">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37" name="Text Placeholder 4">
            <a:extLst>
              <a:ext uri="{FF2B5EF4-FFF2-40B4-BE49-F238E27FC236}">
                <a16:creationId xmlns:a16="http://schemas.microsoft.com/office/drawing/2014/main" id="{DBC706B5-DD0D-21FC-8DFC-D9B4B0C03970}"/>
              </a:ext>
              <a:ext uri="{C183D7F6-B498-43B3-948B-1728B52AA6E4}">
                <adec:decorative xmlns:adec="http://schemas.microsoft.com/office/drawing/2017/decorative" val="0"/>
              </a:ext>
            </a:extLst>
          </p:cNvPr>
          <p:cNvSpPr>
            <a:spLocks noGrp="1"/>
          </p:cNvSpPr>
          <p:nvPr userDrawn="1">
            <p:ph type="body" sz="quarter" idx="14" hasCustomPrompt="1"/>
          </p:nvPr>
        </p:nvSpPr>
        <p:spPr>
          <a:xfrm>
            <a:off x="1511300" y="1764475"/>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 uri="{C183D7F6-B498-43B3-948B-1728B52AA6E4}">
                <adec:decorative xmlns:adec="http://schemas.microsoft.com/office/drawing/2017/decorative" val="0"/>
              </a:ext>
            </a:extLst>
          </p:cNvPr>
          <p:cNvSpPr>
            <a:spLocks noGrp="1"/>
          </p:cNvSpPr>
          <p:nvPr userDrawn="1">
            <p:ph type="body" sz="quarter" idx="15" hasCustomPrompt="1"/>
          </p:nvPr>
        </p:nvSpPr>
        <p:spPr>
          <a:xfrm>
            <a:off x="1511300" y="2009352"/>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userDrawn="1">
            <p:ph type="ctrTitle"/>
          </p:nvPr>
        </p:nvSpPr>
        <p:spPr>
          <a:xfrm>
            <a:off x="1511300" y="2743200"/>
            <a:ext cx="8229600" cy="2362199"/>
          </a:xfrm>
        </p:spPr>
        <p:txBody>
          <a:bodyPr anchor="b"/>
          <a:lstStyle>
            <a:lvl1pPr algn="l">
              <a:defRPr sz="6600"/>
            </a:lvl1pPr>
          </a:lstStyle>
          <a:p>
            <a:r>
              <a:rPr lang="en-US"/>
              <a:t>Click to edit Master title style</a:t>
            </a:r>
          </a:p>
        </p:txBody>
      </p:sp>
      <p:sp>
        <p:nvSpPr>
          <p:cNvPr id="3" name="Subtitle 2">
            <a:extLst>
              <a:ext uri="{FF2B5EF4-FFF2-40B4-BE49-F238E27FC236}">
                <a16:creationId xmlns:a16="http://schemas.microsoft.com/office/drawing/2014/main" id="{56F8D719-2B49-447B-9B7B-DC72A26B3909}"/>
              </a:ext>
            </a:extLst>
          </p:cNvPr>
          <p:cNvSpPr>
            <a:spLocks noGrp="1"/>
          </p:cNvSpPr>
          <p:nvPr userDrawn="1">
            <p:ph type="subTitle" idx="1"/>
          </p:nvPr>
        </p:nvSpPr>
        <p:spPr>
          <a:xfrm>
            <a:off x="1511300" y="5317795"/>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userDrawn="1">
            <p:ph type="body" sz="quarter" idx="13"/>
          </p:nvPr>
        </p:nvSpPr>
        <p:spPr>
          <a:xfrm>
            <a:off x="1511301" y="5628725"/>
            <a:ext cx="3759200" cy="657775"/>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1433103977"/>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over Slide 2 - Partner Logo">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Picture Placeholder 5">
            <a:extLst>
              <a:ext uri="{FF2B5EF4-FFF2-40B4-BE49-F238E27FC236}">
                <a16:creationId xmlns:a16="http://schemas.microsoft.com/office/drawing/2014/main" id="{2F818987-3005-3F2C-2E66-DC62D80EAC92}"/>
              </a:ext>
              <a:ext uri="{C183D7F6-B498-43B3-948B-1728B52AA6E4}">
                <adec:decorative xmlns:adec="http://schemas.microsoft.com/office/drawing/2017/decorative" val="0"/>
              </a:ext>
            </a:extLst>
          </p:cNvPr>
          <p:cNvSpPr>
            <a:spLocks noGrp="1"/>
          </p:cNvSpPr>
          <p:nvPr>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1752600"/>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997477"/>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741995"/>
            <a:ext cx="8229600" cy="2363405"/>
          </a:xfrm>
        </p:spPr>
        <p:txBody>
          <a:bodyPr anchor="b"/>
          <a:lstStyle>
            <a:lvl1pPr algn="l">
              <a:defRPr sz="6600">
                <a:solidFill>
                  <a:schemeClr val="accent1"/>
                </a:solidFill>
              </a:defRPr>
            </a:lvl1pPr>
          </a:lstStyle>
          <a:p>
            <a:r>
              <a:rPr lang="en-US"/>
              <a:t>Click to edit Master title style</a:t>
            </a:r>
          </a:p>
        </p:txBody>
      </p:sp>
      <p:sp>
        <p:nvSpPr>
          <p:cNvPr id="23" name="Subtitle 2">
            <a:extLst>
              <a:ext uri="{FF2B5EF4-FFF2-40B4-BE49-F238E27FC236}">
                <a16:creationId xmlns:a16="http://schemas.microsoft.com/office/drawing/2014/main" id="{223208DF-94D6-71EF-9D57-7E591ED72FA8}"/>
              </a:ext>
            </a:extLst>
          </p:cNvPr>
          <p:cNvSpPr>
            <a:spLocks noGrp="1"/>
          </p:cNvSpPr>
          <p:nvPr>
            <p:ph type="subTitle" idx="1"/>
          </p:nvPr>
        </p:nvSpPr>
        <p:spPr>
          <a:xfrm>
            <a:off x="1511300" y="5313390"/>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1" y="5624320"/>
            <a:ext cx="3759200"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cxnSp>
        <p:nvCxnSpPr>
          <p:cNvPr id="2" name="Straight Connector 1">
            <a:extLst>
              <a:ext uri="{FF2B5EF4-FFF2-40B4-BE49-F238E27FC236}">
                <a16:creationId xmlns:a16="http://schemas.microsoft.com/office/drawing/2014/main" id="{2DFD3AA2-1F30-E14C-F3FB-9DA7C50EB84E}"/>
              </a:ext>
              <a:ext uri="{C183D7F6-B498-43B3-948B-1728B52AA6E4}">
                <adec:decorative xmlns:adec="http://schemas.microsoft.com/office/drawing/2017/decorative" val="1"/>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0" name="Picture 9">
            <a:extLst>
              <a:ext uri="{FF2B5EF4-FFF2-40B4-BE49-F238E27FC236}">
                <a16:creationId xmlns:a16="http://schemas.microsoft.com/office/drawing/2014/main" id="{F8022471-4462-CE51-9317-A5E00E36CAD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07521" y="486514"/>
            <a:ext cx="1299973" cy="337031"/>
          </a:xfrm>
          <a:prstGeom prst="rect">
            <a:avLst/>
          </a:prstGeom>
        </p:spPr>
      </p:pic>
    </p:spTree>
    <p:extLst>
      <p:ext uri="{BB962C8B-B14F-4D97-AF65-F5344CB8AC3E}">
        <p14:creationId xmlns:p14="http://schemas.microsoft.com/office/powerpoint/2010/main" val="23275916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800"/>
          </a:xfrm>
        </p:spPr>
        <p:txBody>
          <a:bodyPr anchor="t"/>
          <a:lstStyle>
            <a:lvl1pPr algn="l">
              <a:defRPr sz="5400">
                <a:solidFill>
                  <a:schemeClr val="tx1"/>
                </a:solidFill>
              </a:defRPr>
            </a:lvl1pPr>
          </a:lstStyle>
          <a:p>
            <a:r>
              <a:rPr lang="en-US"/>
              <a:t>Click to edit Master title style</a:t>
            </a:r>
          </a:p>
        </p:txBody>
      </p:sp>
      <p:sp>
        <p:nvSpPr>
          <p:cNvPr id="20" name="Text Placeholder 4">
            <a:extLst>
              <a:ext uri="{FF2B5EF4-FFF2-40B4-BE49-F238E27FC236}">
                <a16:creationId xmlns:a16="http://schemas.microsoft.com/office/drawing/2014/main" id="{8054F7FC-C80C-E0CC-59AE-79AAAD29A470}"/>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01. Section indicator</a:t>
            </a:r>
          </a:p>
        </p:txBody>
      </p:sp>
      <p:sp>
        <p:nvSpPr>
          <p:cNvPr id="21" name="Text Placeholder 4">
            <a:extLst>
              <a:ext uri="{FF2B5EF4-FFF2-40B4-BE49-F238E27FC236}">
                <a16:creationId xmlns:a16="http://schemas.microsoft.com/office/drawing/2014/main" id="{DC055F5E-0403-AE46-E374-BD2A8C1AAB09}"/>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02. Section indicator</a:t>
            </a:r>
          </a:p>
        </p:txBody>
      </p:sp>
      <p:sp>
        <p:nvSpPr>
          <p:cNvPr id="23" name="Text Placeholder 4">
            <a:extLst>
              <a:ext uri="{FF2B5EF4-FFF2-40B4-BE49-F238E27FC236}">
                <a16:creationId xmlns:a16="http://schemas.microsoft.com/office/drawing/2014/main" id="{10FABD76-3F00-0FAF-2469-1F2536153E4A}"/>
              </a:ext>
            </a:extLst>
          </p:cNvPr>
          <p:cNvSpPr>
            <a:spLocks noGrp="1"/>
          </p:cNvSpPr>
          <p:nvPr>
            <p:ph type="body" sz="quarter" idx="16" hasCustomPrompt="1"/>
          </p:nvPr>
        </p:nvSpPr>
        <p:spPr>
          <a:xfrm>
            <a:off x="5270501" y="5873497"/>
            <a:ext cx="1650999"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03. Section indicator</a:t>
            </a:r>
          </a:p>
        </p:txBody>
      </p:sp>
      <p:sp>
        <p:nvSpPr>
          <p:cNvPr id="25" name="Text Placeholder 4">
            <a:extLst>
              <a:ext uri="{FF2B5EF4-FFF2-40B4-BE49-F238E27FC236}">
                <a16:creationId xmlns:a16="http://schemas.microsoft.com/office/drawing/2014/main" id="{6EA5E727-161E-4C13-B53C-A18124F61C4E}"/>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04. Section indicator</a:t>
            </a:r>
          </a:p>
        </p:txBody>
      </p:sp>
      <p:sp>
        <p:nvSpPr>
          <p:cNvPr id="26" name="Text Placeholder 4">
            <a:extLst>
              <a:ext uri="{FF2B5EF4-FFF2-40B4-BE49-F238E27FC236}">
                <a16:creationId xmlns:a16="http://schemas.microsoft.com/office/drawing/2014/main" id="{FCC5001C-8747-ABB4-2ACA-EC2ADE747BFF}"/>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05. Section indicator</a:t>
            </a:r>
          </a:p>
        </p:txBody>
      </p:sp>
    </p:spTree>
    <p:extLst>
      <p:ext uri="{BB962C8B-B14F-4D97-AF65-F5344CB8AC3E}">
        <p14:creationId xmlns:p14="http://schemas.microsoft.com/office/powerpoint/2010/main" val="224365255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1FF95A9-5EDA-B440-A493-7CDCA3BDACF6}"/>
              </a:ext>
              <a:ext uri="{C183D7F6-B498-43B3-948B-1728B52AA6E4}">
                <adec:decorative xmlns:adec="http://schemas.microsoft.com/office/drawing/2017/decorative" val="0"/>
              </a:ext>
            </a:extLst>
          </p:cNvPr>
          <p:cNvSpPr>
            <a:spLocks noGrp="1"/>
          </p:cNvSpPr>
          <p:nvPr>
            <p:ph type="pic" sz="quarter" idx="11"/>
          </p:nvPr>
        </p:nvSpPr>
        <p:spPr>
          <a:xfrm>
            <a:off x="137160" y="1"/>
            <a:ext cx="12054840" cy="6858000"/>
          </a:xfrm>
        </p:spPr>
        <p:txBody>
          <a:bodyPr/>
          <a:lstStyle>
            <a:lvl1pPr marL="0" indent="0">
              <a:buNone/>
              <a:defRPr/>
            </a:lvl1pPr>
          </a:lstStyle>
          <a:p>
            <a:r>
              <a:rPr lang="en-US"/>
              <a:t>Click icon to add picture</a:t>
            </a:r>
          </a:p>
        </p:txBody>
      </p:sp>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lvl1pPr>
          </a:lstStyle>
          <a:p>
            <a:r>
              <a:rPr lang="en-US"/>
              <a:t>Click to edit Master title style</a:t>
            </a:r>
          </a:p>
        </p:txBody>
      </p:sp>
    </p:spTree>
    <p:extLst>
      <p:ext uri="{BB962C8B-B14F-4D97-AF65-F5344CB8AC3E}">
        <p14:creationId xmlns:p14="http://schemas.microsoft.com/office/powerpoint/2010/main" val="16945929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ection Divider 4">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chemeClr val="accent2"/>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bg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5144319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ection Divider 5">
    <p:bg>
      <p:bgPr>
        <a:solidFill>
          <a:schemeClr val="accent3"/>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00BAD6"/>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3759193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ection Divider 6">
    <p:bg>
      <p:bgPr>
        <a:solidFill>
          <a:schemeClr val="accent4"/>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E6154A"/>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137470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ection Divider 7">
    <p:bg>
      <p:bgPr>
        <a:solidFill>
          <a:schemeClr val="accent5"/>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9488F0"/>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5579820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Section Divider 8">
    <p:bg>
      <p:bgPr>
        <a:solidFill>
          <a:schemeClr val="accent6"/>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B3CC3E"/>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2235659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ection Divider 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57560565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Section Divider 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00BAD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277339817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Section Divider 1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E6154A"/>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26625821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Section Divider 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rgbClr val="948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tabLst/>
              <a:defRPr sz="5400" b="1">
                <a:solidFill>
                  <a:srgbClr val="9488F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11455589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Section Divider 1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rgbClr val="B3C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B3CC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28314665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losing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571500"/>
            <a:ext cx="3538682" cy="5715002"/>
          </a:xfrm>
        </p:spPr>
        <p:txBody>
          <a:bodyPr anchor="ctr"/>
          <a:lstStyle>
            <a:lvl1pPr algn="l">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2323690645"/>
      </p:ext>
    </p:extLst>
  </p:cSld>
  <p:clrMapOvr>
    <a:overrideClrMapping bg1="dk1" tx1="lt1" bg2="dk2" tx2="lt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End of Layout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Do not use layouts past this point</a:t>
            </a:r>
          </a:p>
        </p:txBody>
      </p:sp>
    </p:spTree>
    <p:extLst>
      <p:ext uri="{BB962C8B-B14F-4D97-AF65-F5344CB8AC3E}">
        <p14:creationId xmlns:p14="http://schemas.microsoft.com/office/powerpoint/2010/main" val="33541710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1_photo_third_left 2">
    <p:bg>
      <p:bgPr>
        <a:solidFill>
          <a:schemeClr val="accent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lvl1pPr>
              <a:defRPr>
                <a:solidFill>
                  <a:schemeClr val="bg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lvl1pPr>
              <a:defRPr>
                <a:solidFill>
                  <a:schemeClr val="bg1"/>
                </a:solidFill>
              </a:defRPr>
            </a:lvl1pPr>
          </a:lstStyle>
          <a:p>
            <a:fld id="{9D9A883A-4ED7-43C0-B9DF-CCC4B6277E4B}" type="datetimeyyyy">
              <a:rPr lang="en-US" smtClean="0"/>
              <a:pPr/>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1"/>
                </a:solidFill>
              </a:defRPr>
            </a:lvl1p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a:t>
            </a:r>
          </a:p>
        </p:txBody>
      </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3514241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slideLayout" Target="../slideLayouts/slideLayout53.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50" Type="http://schemas.openxmlformats.org/officeDocument/2006/relationships/slideLayout" Target="../slideLayouts/slideLayout64.xml"/><Relationship Id="rId55" Type="http://schemas.openxmlformats.org/officeDocument/2006/relationships/slideLayout" Target="../slideLayouts/slideLayout69.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3" Type="http://schemas.openxmlformats.org/officeDocument/2006/relationships/slideLayout" Target="../slideLayouts/slideLayout67.xml"/><Relationship Id="rId58" Type="http://schemas.openxmlformats.org/officeDocument/2006/relationships/slideLayout" Target="../slideLayouts/slideLayout72.xml"/><Relationship Id="rId5" Type="http://schemas.openxmlformats.org/officeDocument/2006/relationships/slideLayout" Target="../slideLayouts/slideLayout19.xml"/><Relationship Id="rId61" Type="http://schemas.openxmlformats.org/officeDocument/2006/relationships/image" Target="../media/image17.png"/><Relationship Id="rId19" Type="http://schemas.openxmlformats.org/officeDocument/2006/relationships/slideLayout" Target="../slideLayouts/slideLayout3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56" Type="http://schemas.openxmlformats.org/officeDocument/2006/relationships/slideLayout" Target="../slideLayouts/slideLayout70.xml"/><Relationship Id="rId8" Type="http://schemas.openxmlformats.org/officeDocument/2006/relationships/slideLayout" Target="../slideLayouts/slideLayout22.xml"/><Relationship Id="rId51" Type="http://schemas.openxmlformats.org/officeDocument/2006/relationships/slideLayout" Target="../slideLayouts/slideLayout65.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59" Type="http://schemas.openxmlformats.org/officeDocument/2006/relationships/slideLayout" Target="../slideLayouts/slideLayout73.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54" Type="http://schemas.openxmlformats.org/officeDocument/2006/relationships/slideLayout" Target="../slideLayouts/slideLayout68.xml"/><Relationship Id="rId62" Type="http://schemas.openxmlformats.org/officeDocument/2006/relationships/image" Target="../media/image18.svg"/><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57" Type="http://schemas.openxmlformats.org/officeDocument/2006/relationships/slideLayout" Target="../slideLayouts/slideLayout71.xml"/><Relationship Id="rId10" Type="http://schemas.openxmlformats.org/officeDocument/2006/relationships/slideLayout" Target="../slideLayouts/slideLayout24.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slideLayout" Target="../slideLayouts/slideLayout66.xml"/><Relationship Id="rId6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09034" y="280162"/>
            <a:ext cx="11580607" cy="637034"/>
          </a:xfrm>
          <a:prstGeom prst="rect">
            <a:avLst/>
          </a:prstGeom>
          <a:noFill/>
        </p:spPr>
        <p:txBody>
          <a:bodyPr vert="horz" wrap="square" lIns="137160" tIns="73152" rIns="137160" bIns="45720" rtlCol="0" anchor="t" anchorCtr="0">
            <a:spAutoFit/>
          </a:bodyPr>
          <a:lstStyle/>
          <a:p>
            <a:endParaRPr lang="en-US"/>
          </a:p>
        </p:txBody>
      </p:sp>
      <p:sp>
        <p:nvSpPr>
          <p:cNvPr id="4" name="Date Placeholder 3"/>
          <p:cNvSpPr>
            <a:spLocks noGrp="1"/>
          </p:cNvSpPr>
          <p:nvPr>
            <p:ph type="dt" sz="half" idx="2"/>
          </p:nvPr>
        </p:nvSpPr>
        <p:spPr>
          <a:xfrm>
            <a:off x="41627" y="6614237"/>
            <a:ext cx="2844800" cy="198127"/>
          </a:xfrm>
          <a:prstGeom prst="rect">
            <a:avLst/>
          </a:prstGeom>
        </p:spPr>
        <p:txBody>
          <a:bodyPr vert="horz" lIns="91440" tIns="45720" rIns="91440" bIns="45720" rtlCol="0" anchor="ctr"/>
          <a:lstStyle>
            <a:lvl1pPr marL="0" algn="l" defTabSz="1219170" rtl="0" eaLnBrk="1" latinLnBrk="0" hangingPunct="1">
              <a:defRPr lang="en-US" sz="600" kern="1200" smtClean="0">
                <a:gradFill>
                  <a:gsLst>
                    <a:gs pos="0">
                      <a:schemeClr val="bg1">
                        <a:lumMod val="65000"/>
                      </a:schemeClr>
                    </a:gs>
                    <a:gs pos="98000">
                      <a:schemeClr val="bg1">
                        <a:lumMod val="65000"/>
                      </a:schemeClr>
                    </a:gs>
                  </a:gsLst>
                  <a:lin ang="5400000" scaled="0"/>
                </a:gradFill>
                <a:latin typeface="Arial" panose="020B0604020202020204" pitchFamily="34" charset="0"/>
                <a:ea typeface="+mn-ea"/>
                <a:cs typeface="Arial" panose="020B0604020202020204" pitchFamily="34" charset="0"/>
              </a:defRPr>
            </a:lvl1pPr>
          </a:lstStyle>
          <a:p>
            <a:endParaRPr lang="en-US"/>
          </a:p>
        </p:txBody>
      </p:sp>
      <p:sp>
        <p:nvSpPr>
          <p:cNvPr id="5" name="Footer Placeholder 4"/>
          <p:cNvSpPr>
            <a:spLocks noGrp="1"/>
          </p:cNvSpPr>
          <p:nvPr>
            <p:ph type="ftr" sz="quarter" idx="3"/>
          </p:nvPr>
        </p:nvSpPr>
        <p:spPr>
          <a:xfrm>
            <a:off x="4165600" y="6614237"/>
            <a:ext cx="3860800" cy="198127"/>
          </a:xfrm>
          <a:prstGeom prst="rect">
            <a:avLst/>
          </a:prstGeom>
        </p:spPr>
        <p:txBody>
          <a:bodyPr vert="horz" lIns="91440" tIns="45720" rIns="91440" bIns="45720" rtlCol="0" anchor="ctr"/>
          <a:lstStyle>
            <a:lvl1pPr algn="ctr">
              <a:defRPr sz="600">
                <a:gradFill>
                  <a:gsLst>
                    <a:gs pos="0">
                      <a:schemeClr val="bg1">
                        <a:lumMod val="65000"/>
                      </a:schemeClr>
                    </a:gs>
                    <a:gs pos="98000">
                      <a:schemeClr val="bg1">
                        <a:lumMod val="65000"/>
                      </a:schemeClr>
                    </a:gs>
                  </a:gsLst>
                  <a:lin ang="5400000" scaled="0"/>
                </a:gra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9305573" y="6614237"/>
            <a:ext cx="2844800" cy="198127"/>
          </a:xfrm>
          <a:prstGeom prst="rect">
            <a:avLst/>
          </a:prstGeom>
        </p:spPr>
        <p:txBody>
          <a:bodyPr vert="horz" lIns="91440" tIns="45720" rIns="91440" bIns="45720" rtlCol="0" anchor="ctr"/>
          <a:lstStyle>
            <a:lvl1pPr marL="0" algn="r" defTabSz="1219170" rtl="0" eaLnBrk="1" latinLnBrk="0" hangingPunct="1">
              <a:defRPr lang="en-US" sz="600" kern="1200" smtClean="0">
                <a:gradFill>
                  <a:gsLst>
                    <a:gs pos="0">
                      <a:schemeClr val="bg1">
                        <a:lumMod val="65000"/>
                      </a:schemeClr>
                    </a:gs>
                    <a:gs pos="98000">
                      <a:schemeClr val="bg1">
                        <a:lumMod val="65000"/>
                      </a:schemeClr>
                    </a:gs>
                  </a:gsLst>
                  <a:lin ang="5400000" scaled="0"/>
                </a:gradFill>
                <a:latin typeface="Arial" panose="020B0604020202020204" pitchFamily="34" charset="0"/>
                <a:ea typeface="+mn-ea"/>
                <a:cs typeface="Arial" panose="020B0604020202020204" pitchFamily="34" charset="0"/>
              </a:defRPr>
            </a:lvl1pPr>
          </a:lstStyle>
          <a:p>
            <a:fld id="{4CA37C95-3A7F-4C90-9D28-0B573484ACDD}" type="slidenum">
              <a:rPr lang="en-US" smtClean="0"/>
              <a:pPr/>
              <a:t>‹#›</a:t>
            </a:fld>
            <a:endParaRPr lang="en-US"/>
          </a:p>
        </p:txBody>
      </p:sp>
      <p:sp>
        <p:nvSpPr>
          <p:cNvPr id="7" name="Text Placeholder 6"/>
          <p:cNvSpPr>
            <a:spLocks noGrp="1"/>
          </p:cNvSpPr>
          <p:nvPr>
            <p:ph type="body" idx="1"/>
          </p:nvPr>
        </p:nvSpPr>
        <p:spPr>
          <a:xfrm>
            <a:off x="520700" y="1429512"/>
            <a:ext cx="11159067" cy="1543628"/>
          </a:xfrm>
          <a:prstGeom prst="rect">
            <a:avLst/>
          </a:prstGeom>
        </p:spPr>
        <p:txBody>
          <a:bodyPr vert="horz" wrap="square"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1999684"/>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Lst>
  <p:hf hdr="0" ftr="0" dt="0"/>
  <p:txStyles>
    <p:titleStyle>
      <a:lvl1pPr algn="l" defTabSz="1219170" rtl="0" eaLnBrk="1" latinLnBrk="0" hangingPunct="1">
        <a:lnSpc>
          <a:spcPct val="90000"/>
        </a:lnSpc>
        <a:spcBef>
          <a:spcPct val="0"/>
        </a:spcBef>
        <a:buNone/>
        <a:defRPr sz="3733" b="0" kern="1200" spc="0" baseline="0">
          <a:gradFill>
            <a:gsLst>
              <a:gs pos="21239">
                <a:srgbClr val="000000"/>
              </a:gs>
              <a:gs pos="42000">
                <a:srgbClr val="000000"/>
              </a:gs>
            </a:gsLst>
            <a:lin ang="5400000" scaled="0"/>
          </a:gradFill>
          <a:latin typeface="Arial" panose="020B0604020202020204" pitchFamily="34" charset="0"/>
          <a:ea typeface="+mj-ea"/>
          <a:cs typeface="Arial" panose="020B0604020202020204" pitchFamily="34" charset="0"/>
        </a:defRPr>
      </a:lvl1pPr>
    </p:titleStyle>
    <p:bodyStyle>
      <a:lvl1pPr marL="230712" indent="-230712" algn="l" defTabSz="1219170" rtl="0" eaLnBrk="1" latinLnBrk="0" hangingPunct="1">
        <a:lnSpc>
          <a:spcPct val="90000"/>
        </a:lnSpc>
        <a:spcBef>
          <a:spcPts val="1600"/>
        </a:spcBef>
        <a:buClr>
          <a:srgbClr val="0072C8"/>
        </a:buClr>
        <a:buSzPct val="110000"/>
        <a:buFont typeface="Wingdings" panose="05000000000000000000" pitchFamily="2" charset="2"/>
        <a:buChar char="§"/>
        <a:defRPr lang="en-US" sz="213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1pPr>
      <a:lvl2pPr marL="431789" indent="-201079" algn="l" defTabSz="1219170" rtl="0" eaLnBrk="1" latinLnBrk="0" hangingPunct="1">
        <a:lnSpc>
          <a:spcPct val="90000"/>
        </a:lnSpc>
        <a:spcBef>
          <a:spcPts val="800"/>
        </a:spcBef>
        <a:buClr>
          <a:srgbClr val="CDCDCD"/>
        </a:buClr>
        <a:buSzPct val="110000"/>
        <a:buFont typeface="Wingdings" panose="05000000000000000000" pitchFamily="2" charset="2"/>
        <a:buChar char="§"/>
        <a:defRPr lang="en-US" sz="1867"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09585" indent="-177796" algn="l" defTabSz="1219170" rtl="0" eaLnBrk="1" latinLnBrk="0" hangingPunct="1">
        <a:lnSpc>
          <a:spcPct val="90000"/>
        </a:lnSpc>
        <a:spcBef>
          <a:spcPts val="533"/>
        </a:spcBef>
        <a:buClr>
          <a:srgbClr val="CDCDCD"/>
        </a:buClr>
        <a:buSzPct val="110000"/>
        <a:buFont typeface="Wingdings" panose="05000000000000000000" pitchFamily="2" charset="2"/>
        <a:buChar char="§"/>
        <a:defRPr lang="en-US" sz="1600"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787380" indent="-177796" algn="l" defTabSz="1219170" rtl="0" eaLnBrk="1" latinLnBrk="0" hangingPunct="1">
        <a:lnSpc>
          <a:spcPct val="90000"/>
        </a:lnSpc>
        <a:spcBef>
          <a:spcPts val="400"/>
        </a:spcBef>
        <a:buClr>
          <a:srgbClr val="CDCDCD"/>
        </a:buClr>
        <a:buSzPct val="110000"/>
        <a:buFont typeface="Wingdings" panose="05000000000000000000" pitchFamily="2" charset="2"/>
        <a:buChar char="§"/>
        <a:defRPr lang="en-US" sz="1467"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939777" indent="-148163" algn="l" defTabSz="1219170" rtl="0" eaLnBrk="1" latinLnBrk="0" hangingPunct="1">
        <a:lnSpc>
          <a:spcPct val="90000"/>
        </a:lnSpc>
        <a:spcBef>
          <a:spcPts val="400"/>
        </a:spcBef>
        <a:buClr>
          <a:srgbClr val="CDCDCD"/>
        </a:buClr>
        <a:buSzPct val="110000"/>
        <a:buFont typeface="Wingdings" panose="05000000000000000000" pitchFamily="2" charset="2"/>
        <a:buChar char="§"/>
        <a:defRPr lang="en-US" sz="1467"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146">
          <p15:clr>
            <a:srgbClr val="F26B43"/>
          </p15:clr>
        </p15:guide>
        <p15:guide id="4" pos="246">
          <p15:clr>
            <a:srgbClr val="F26B43"/>
          </p15:clr>
        </p15:guide>
        <p15:guide id="5" pos="5518">
          <p15:clr>
            <a:srgbClr val="F26B43"/>
          </p15:clr>
        </p15:guide>
        <p15:guide id="6" pos="5616">
          <p15:clr>
            <a:srgbClr val="F26B43"/>
          </p15:clr>
        </p15:guide>
        <p15:guide id="7" orient="horz" pos="154">
          <p15:clr>
            <a:srgbClr val="F26B43"/>
          </p15:clr>
        </p15:guide>
        <p15:guide id="8" orient="horz" pos="67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9">
            <a:extLst>
              <a:ext uri="{FF2B5EF4-FFF2-40B4-BE49-F238E27FC236}">
                <a16:creationId xmlns:a16="http://schemas.microsoft.com/office/drawing/2014/main" id="{B8542C79-3E51-6C46-FD1D-3F548800442C}"/>
              </a:ext>
              <a:ext uri="{C183D7F6-B498-43B3-948B-1728B52AA6E4}">
                <adec:decorative xmlns:adec="http://schemas.microsoft.com/office/drawing/2017/decorative" val="1"/>
              </a:ext>
            </a:extLst>
          </p:cNvPr>
          <p:cNvPicPr>
            <a:picLocks noChangeAspect="1"/>
          </p:cNvPicPr>
          <p:nvPr userDrawn="1"/>
        </p:nvPicPr>
        <p:blipFill>
          <a:blip r:embed="rId61" cstate="email">
            <a:extLst>
              <a:ext uri="{28A0092B-C50C-407E-A947-70E740481C1C}">
                <a14:useLocalDpi xmlns:a14="http://schemas.microsoft.com/office/drawing/2010/main"/>
              </a:ext>
              <a:ext uri="{96DAC541-7B7A-43D3-8B79-37D633B846F1}">
                <asvg:svgBlip xmlns:asvg="http://schemas.microsoft.com/office/drawing/2016/SVG/main" r:embed="rId62"/>
              </a:ext>
            </a:extLst>
          </a:blip>
          <a:srcRect/>
          <a:stretch/>
        </p:blipFill>
        <p:spPr>
          <a:xfrm>
            <a:off x="571500" y="6472119"/>
            <a:ext cx="562567" cy="145851"/>
          </a:xfrm>
          <a:prstGeom prst="rect">
            <a:avLst/>
          </a:prstGeom>
        </p:spPr>
      </p:pic>
      <p:sp>
        <p:nvSpPr>
          <p:cNvPr id="2" name="Title Placeholder 1">
            <a:extLst>
              <a:ext uri="{FF2B5EF4-FFF2-40B4-BE49-F238E27FC236}">
                <a16:creationId xmlns:a16="http://schemas.microsoft.com/office/drawing/2014/main" id="{948FBA51-83A7-418F-9111-FF640E9D135D}"/>
              </a:ext>
            </a:extLst>
          </p:cNvPr>
          <p:cNvSpPr>
            <a:spLocks noGrp="1"/>
          </p:cNvSpPr>
          <p:nvPr>
            <p:ph type="title"/>
          </p:nvPr>
        </p:nvSpPr>
        <p:spPr>
          <a:xfrm>
            <a:off x="571500" y="571501"/>
            <a:ext cx="11049000" cy="99060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FA9BDFA8-3817-4733-A7E6-C391835FC246}"/>
              </a:ext>
            </a:extLst>
          </p:cNvPr>
          <p:cNvSpPr>
            <a:spLocks noGrp="1"/>
          </p:cNvSpPr>
          <p:nvPr>
            <p:ph type="body" idx="1"/>
          </p:nvPr>
        </p:nvSpPr>
        <p:spPr>
          <a:xfrm>
            <a:off x="571500" y="2933700"/>
            <a:ext cx="11049000" cy="33527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B1261B06-3F99-1DA3-3B13-025F807F77FC}"/>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sp>
        <p:nvSpPr>
          <p:cNvPr id="5" name="Footer Placeholder 4">
            <a:extLst>
              <a:ext uri="{FF2B5EF4-FFF2-40B4-BE49-F238E27FC236}">
                <a16:creationId xmlns:a16="http://schemas.microsoft.com/office/drawing/2014/main" id="{70E8890C-677F-4C91-82E6-627D8C881C36}"/>
              </a:ext>
              <a:ext uri="{C183D7F6-B498-43B3-948B-1728B52AA6E4}">
                <adec:decorative xmlns:adec="http://schemas.microsoft.com/office/drawing/2017/decorative" val="1"/>
              </a:ext>
            </a:extLst>
          </p:cNvPr>
          <p:cNvSpPr>
            <a:spLocks noGrp="1"/>
          </p:cNvSpPr>
          <p:nvPr>
            <p:ph type="ftr" sz="quarter" idx="3"/>
          </p:nvPr>
        </p:nvSpPr>
        <p:spPr>
          <a:xfrm>
            <a:off x="1645217" y="6503670"/>
            <a:ext cx="6518274" cy="137160"/>
          </a:xfrm>
          <a:prstGeom prst="rect">
            <a:avLst/>
          </a:prstGeom>
        </p:spPr>
        <p:txBody>
          <a:bodyPr vert="horz" lIns="0" tIns="0" rIns="0" bIns="0" rtlCol="0" anchor="b"/>
          <a:lstStyle>
            <a:lvl1pPr algn="l">
              <a:defRPr sz="800">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C87AF948-68C6-4080-96A4-341B3E72654F}"/>
              </a:ext>
              <a:ext uri="{C183D7F6-B498-43B3-948B-1728B52AA6E4}">
                <adec:decorative xmlns:adec="http://schemas.microsoft.com/office/drawing/2017/decorative" val="1"/>
              </a:ext>
            </a:extLst>
          </p:cNvPr>
          <p:cNvSpPr>
            <a:spLocks noGrp="1"/>
          </p:cNvSpPr>
          <p:nvPr>
            <p:ph type="dt" sz="half" idx="2"/>
          </p:nvPr>
        </p:nvSpPr>
        <p:spPr>
          <a:xfrm>
            <a:off x="1384477" y="6503670"/>
            <a:ext cx="255977" cy="137160"/>
          </a:xfrm>
          <a:prstGeom prst="rect">
            <a:avLst/>
          </a:prstGeom>
        </p:spPr>
        <p:txBody>
          <a:bodyPr vert="horz" wrap="none" lIns="0" tIns="0" rIns="0" bIns="0" rtlCol="0" anchor="b"/>
          <a:lstStyle>
            <a:lvl1pPr algn="l">
              <a:defRPr sz="800">
                <a:solidFill>
                  <a:schemeClr val="tx2"/>
                </a:solidFill>
              </a:defRPr>
            </a:lvl1pPr>
          </a:lstStyle>
          <a:p>
            <a:fld id="{02D25020-0143-4C28-AF12-D7B43E151733}" type="datetimeyyyy">
              <a:rPr lang="en-US" smtClean="0"/>
              <a:t>2026</a:t>
            </a:fld>
            <a:endParaRPr lang="en-US"/>
          </a:p>
        </p:txBody>
      </p:sp>
      <p:sp>
        <p:nvSpPr>
          <p:cNvPr id="6" name="Slide Number Placeholder 5">
            <a:extLst>
              <a:ext uri="{FF2B5EF4-FFF2-40B4-BE49-F238E27FC236}">
                <a16:creationId xmlns:a16="http://schemas.microsoft.com/office/drawing/2014/main" id="{BBB351C1-F417-4576-B405-26A2525BAB69}"/>
              </a:ext>
              <a:ext uri="{C183D7F6-B498-43B3-948B-1728B52AA6E4}">
                <adec:decorative xmlns:adec="http://schemas.microsoft.com/office/drawing/2017/decorative" val="1"/>
              </a:ext>
            </a:extLst>
          </p:cNvPr>
          <p:cNvSpPr>
            <a:spLocks noGrp="1"/>
          </p:cNvSpPr>
          <p:nvPr>
            <p:ph type="sldNum" sz="quarter" idx="4"/>
          </p:nvPr>
        </p:nvSpPr>
        <p:spPr>
          <a:xfrm>
            <a:off x="11277601" y="6503670"/>
            <a:ext cx="342898" cy="137160"/>
          </a:xfrm>
          <a:prstGeom prst="rect">
            <a:avLst/>
          </a:prstGeom>
        </p:spPr>
        <p:txBody>
          <a:bodyPr vert="horz" lIns="0" tIns="0" rIns="0" bIns="0" rtlCol="0" anchor="b"/>
          <a:lstStyle>
            <a:lvl1pPr algn="r">
              <a:defRPr sz="800">
                <a:solidFill>
                  <a:schemeClr val="tx2"/>
                </a:solidFill>
              </a:defRPr>
            </a:lvl1pPr>
          </a:lstStyle>
          <a:p>
            <a:fld id="{B2643E34-DC33-45ED-8E33-EC0D5991E9A4}" type="slidenum">
              <a:rPr lang="en-US" smtClean="0"/>
              <a:pPr/>
              <a:t>‹#›</a:t>
            </a:fld>
            <a:endParaRPr lang="en-US"/>
          </a:p>
        </p:txBody>
      </p:sp>
    </p:spTree>
    <p:extLst>
      <p:ext uri="{BB962C8B-B14F-4D97-AF65-F5344CB8AC3E}">
        <p14:creationId xmlns:p14="http://schemas.microsoft.com/office/powerpoint/2010/main" val="129289798"/>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 id="2147483918" r:id="rId15"/>
    <p:sldLayoutId id="2147483919" r:id="rId16"/>
    <p:sldLayoutId id="2147483920" r:id="rId17"/>
    <p:sldLayoutId id="2147483921" r:id="rId18"/>
    <p:sldLayoutId id="2147483922" r:id="rId19"/>
    <p:sldLayoutId id="2147483923" r:id="rId20"/>
    <p:sldLayoutId id="2147483924" r:id="rId21"/>
    <p:sldLayoutId id="2147483925" r:id="rId22"/>
    <p:sldLayoutId id="2147483926" r:id="rId23"/>
    <p:sldLayoutId id="2147483927" r:id="rId24"/>
    <p:sldLayoutId id="2147483928" r:id="rId25"/>
    <p:sldLayoutId id="2147483929" r:id="rId26"/>
    <p:sldLayoutId id="2147483930" r:id="rId27"/>
    <p:sldLayoutId id="2147483931" r:id="rId28"/>
    <p:sldLayoutId id="2147483932" r:id="rId29"/>
    <p:sldLayoutId id="2147483933" r:id="rId30"/>
    <p:sldLayoutId id="2147483934" r:id="rId31"/>
    <p:sldLayoutId id="2147483935" r:id="rId32"/>
    <p:sldLayoutId id="2147483936" r:id="rId33"/>
    <p:sldLayoutId id="2147483937" r:id="rId34"/>
    <p:sldLayoutId id="2147483938" r:id="rId35"/>
    <p:sldLayoutId id="2147483939" r:id="rId36"/>
    <p:sldLayoutId id="2147483940" r:id="rId37"/>
    <p:sldLayoutId id="2147483941" r:id="rId38"/>
    <p:sldLayoutId id="2147483942" r:id="rId39"/>
    <p:sldLayoutId id="2147483943" r:id="rId40"/>
    <p:sldLayoutId id="2147483944" r:id="rId41"/>
    <p:sldLayoutId id="2147483945" r:id="rId42"/>
    <p:sldLayoutId id="2147483946" r:id="rId43"/>
    <p:sldLayoutId id="2147483947" r:id="rId44"/>
    <p:sldLayoutId id="2147483948" r:id="rId45"/>
    <p:sldLayoutId id="2147483949" r:id="rId46"/>
    <p:sldLayoutId id="2147483950" r:id="rId47"/>
    <p:sldLayoutId id="2147483951" r:id="rId48"/>
    <p:sldLayoutId id="2147483952" r:id="rId49"/>
    <p:sldLayoutId id="2147483953" r:id="rId50"/>
    <p:sldLayoutId id="2147483954" r:id="rId51"/>
    <p:sldLayoutId id="2147483955" r:id="rId52"/>
    <p:sldLayoutId id="2147483956" r:id="rId53"/>
    <p:sldLayoutId id="2147483957" r:id="rId54"/>
    <p:sldLayoutId id="2147483958" r:id="rId55"/>
    <p:sldLayoutId id="2147483959" r:id="rId56"/>
    <p:sldLayoutId id="2147483960" r:id="rId57"/>
    <p:sldLayoutId id="2147483961" r:id="rId58"/>
    <p:sldLayoutId id="2147483962" r:id="rId59"/>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60">
          <p15:clr>
            <a:srgbClr val="F26B43"/>
          </p15:clr>
        </p15:guide>
        <p15:guide id="4" pos="808">
          <p15:clr>
            <a:srgbClr val="A4A3A4"/>
          </p15:clr>
        </p15:guide>
        <p15:guide id="5" pos="952">
          <p15:clr>
            <a:srgbClr val="A4A3A4"/>
          </p15:clr>
        </p15:guide>
        <p15:guide id="6" pos="1400">
          <p15:clr>
            <a:srgbClr val="A4A3A4"/>
          </p15:clr>
        </p15:guide>
        <p15:guide id="7" pos="1536">
          <p15:clr>
            <a:srgbClr val="A4A3A4"/>
          </p15:clr>
        </p15:guide>
        <p15:guide id="8" pos="1992">
          <p15:clr>
            <a:srgbClr val="A4A3A4"/>
          </p15:clr>
        </p15:guide>
        <p15:guide id="9" pos="2136">
          <p15:clr>
            <a:srgbClr val="A4A3A4"/>
          </p15:clr>
        </p15:guide>
        <p15:guide id="10" pos="2584">
          <p15:clr>
            <a:srgbClr val="5ACBF0"/>
          </p15:clr>
        </p15:guide>
        <p15:guide id="11" pos="2728">
          <p15:clr>
            <a:srgbClr val="5ACBF0"/>
          </p15:clr>
        </p15:guide>
        <p15:guide id="12" pos="3176">
          <p15:clr>
            <a:srgbClr val="A4A3A4"/>
          </p15:clr>
        </p15:guide>
        <p15:guide id="13" pos="3320">
          <p15:clr>
            <a:srgbClr val="A4A3A4"/>
          </p15:clr>
        </p15:guide>
        <p15:guide id="14" pos="3768">
          <p15:clr>
            <a:srgbClr val="FBAE40"/>
          </p15:clr>
        </p15:guide>
        <p15:guide id="15" pos="3912">
          <p15:clr>
            <a:srgbClr val="FBAE40"/>
          </p15:clr>
        </p15:guide>
        <p15:guide id="16" pos="4360">
          <p15:clr>
            <a:srgbClr val="A4A3A4"/>
          </p15:clr>
        </p15:guide>
        <p15:guide id="17" pos="4504">
          <p15:clr>
            <a:srgbClr val="A4A3A4"/>
          </p15:clr>
        </p15:guide>
        <p15:guide id="18" pos="4952">
          <p15:clr>
            <a:srgbClr val="5ACBF0"/>
          </p15:clr>
        </p15:guide>
        <p15:guide id="19" pos="5096">
          <p15:clr>
            <a:srgbClr val="5ACBF0"/>
          </p15:clr>
        </p15:guide>
        <p15:guide id="20" pos="5544">
          <p15:clr>
            <a:srgbClr val="A4A3A4"/>
          </p15:clr>
        </p15:guide>
        <p15:guide id="21" pos="5688">
          <p15:clr>
            <a:srgbClr val="A4A3A4"/>
          </p15:clr>
        </p15:guide>
        <p15:guide id="22" pos="6136">
          <p15:clr>
            <a:srgbClr val="A4A3A4"/>
          </p15:clr>
        </p15:guide>
        <p15:guide id="23" pos="6280">
          <p15:clr>
            <a:srgbClr val="A4A3A4"/>
          </p15:clr>
        </p15:guide>
        <p15:guide id="24" pos="6728">
          <p15:clr>
            <a:srgbClr val="A4A3A4"/>
          </p15:clr>
        </p15:guide>
        <p15:guide id="25" pos="6872">
          <p15:clr>
            <a:srgbClr val="A4A3A4"/>
          </p15:clr>
        </p15:guide>
        <p15:guide id="26" pos="7320">
          <p15:clr>
            <a:srgbClr val="F26B43"/>
          </p15:clr>
        </p15:guide>
        <p15:guide id="27" orient="horz">
          <p15:clr>
            <a:srgbClr val="F26B43"/>
          </p15:clr>
        </p15:guide>
        <p15:guide id="28" orient="horz" pos="4320">
          <p15:clr>
            <a:srgbClr val="F26B43"/>
          </p15:clr>
        </p15:guide>
        <p15:guide id="29" orient="horz" pos="360">
          <p15:clr>
            <a:srgbClr val="F26B43"/>
          </p15:clr>
        </p15:guide>
        <p15:guide id="31" orient="horz" pos="3960">
          <p15:clr>
            <a:srgbClr val="F26B43"/>
          </p15:clr>
        </p15:guide>
        <p15:guide id="32" orient="horz" pos="984">
          <p15:clr>
            <a:srgbClr val="F26B43"/>
          </p15:clr>
        </p15:guide>
        <p15:guide id="33" orient="horz" pos="1728">
          <p15:clr>
            <a:srgbClr val="5ACBF0"/>
          </p15:clr>
        </p15:guide>
        <p15:guide id="34" orient="horz" pos="2592">
          <p15:clr>
            <a:srgbClr val="A4A3A4"/>
          </p15:clr>
        </p15:guide>
        <p15:guide id="35" orient="horz" pos="3336">
          <p15:clr>
            <a:srgbClr val="A4A3A4"/>
          </p15:clr>
        </p15:guide>
        <p15:guide id="36" orient="horz" pos="1104">
          <p15:clr>
            <a:srgbClr val="5ACBF0"/>
          </p15:clr>
        </p15:guide>
        <p15:guide id="37" orient="horz" pos="1848">
          <p15:clr>
            <a:srgbClr val="F26B43"/>
          </p15:clr>
        </p15:guide>
        <p15:guide id="38" orient="horz" pos="2472">
          <p15:clr>
            <a:srgbClr val="A4A3A4"/>
          </p15:clr>
        </p15:guide>
        <p15:guide id="39" orient="horz" pos="3216">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5.png"/><Relationship Id="rId1" Type="http://schemas.openxmlformats.org/officeDocument/2006/relationships/slideLayout" Target="../slideLayouts/slideLayout24.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14458-E693-EF4C-B479-4053EF379C12}"/>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0EC04E6A-1567-0078-27D1-7970F15AB70D}"/>
              </a:ext>
            </a:extLst>
          </p:cNvPr>
          <p:cNvGrpSpPr/>
          <p:nvPr/>
        </p:nvGrpSpPr>
        <p:grpSpPr>
          <a:xfrm>
            <a:off x="5461505" y="5898675"/>
            <a:ext cx="713853" cy="467100"/>
            <a:chOff x="3903980" y="4967279"/>
            <a:chExt cx="981823" cy="642442"/>
          </a:xfrm>
        </p:grpSpPr>
        <p:sp>
          <p:nvSpPr>
            <p:cNvPr id="45" name="Oval 8">
              <a:extLst>
                <a:ext uri="{FF2B5EF4-FFF2-40B4-BE49-F238E27FC236}">
                  <a16:creationId xmlns:a16="http://schemas.microsoft.com/office/drawing/2014/main" id="{09D2D3AD-067F-A945-D92A-88DF4540A4BB}"/>
                </a:ext>
              </a:extLst>
            </p:cNvPr>
            <p:cNvSpPr>
              <a:spLocks noChangeArrowheads="1"/>
            </p:cNvSpPr>
            <p:nvPr/>
          </p:nvSpPr>
          <p:spPr bwMode="auto">
            <a:xfrm>
              <a:off x="3903980" y="4999061"/>
              <a:ext cx="981823" cy="610660"/>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46" name="Oval 11">
              <a:extLst>
                <a:ext uri="{FF2B5EF4-FFF2-40B4-BE49-F238E27FC236}">
                  <a16:creationId xmlns:a16="http://schemas.microsoft.com/office/drawing/2014/main" id="{71CE2312-7983-1542-9C87-22D2F5ADB97A}"/>
                </a:ext>
              </a:extLst>
            </p:cNvPr>
            <p:cNvSpPr>
              <a:spLocks noChangeArrowheads="1"/>
            </p:cNvSpPr>
            <p:nvPr/>
          </p:nvSpPr>
          <p:spPr bwMode="auto">
            <a:xfrm>
              <a:off x="3903980" y="4967279"/>
              <a:ext cx="981823" cy="611795"/>
            </a:xfrm>
            <a:prstGeom prst="ellipse">
              <a:avLst/>
            </a:prstGeom>
            <a:gradFill>
              <a:gsLst>
                <a:gs pos="53000">
                  <a:srgbClr val="C3C6C5"/>
                </a:gs>
                <a:gs pos="0">
                  <a:srgbClr val="ADB1B2"/>
                </a:gs>
                <a:gs pos="100000">
                  <a:srgbClr val="DEDEDA"/>
                </a:gs>
              </a:gsLst>
              <a:lin ang="4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sp>
          <p:nvSpPr>
            <p:cNvPr id="47" name="Oval 46">
              <a:extLst>
                <a:ext uri="{FF2B5EF4-FFF2-40B4-BE49-F238E27FC236}">
                  <a16:creationId xmlns:a16="http://schemas.microsoft.com/office/drawing/2014/main" id="{3BFFC3B6-E1C0-DA81-8EF3-4B405C95D884}"/>
                </a:ext>
              </a:extLst>
            </p:cNvPr>
            <p:cNvSpPr/>
            <p:nvPr/>
          </p:nvSpPr>
          <p:spPr>
            <a:xfrm>
              <a:off x="4056144" y="5033785"/>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8" name="Freeform 5">
            <a:extLst>
              <a:ext uri="{FF2B5EF4-FFF2-40B4-BE49-F238E27FC236}">
                <a16:creationId xmlns:a16="http://schemas.microsoft.com/office/drawing/2014/main" id="{D082E4F3-5BA1-17C6-5CB2-8FF1534B3592}"/>
              </a:ext>
            </a:extLst>
          </p:cNvPr>
          <p:cNvSpPr>
            <a:spLocks noGrp="1" noRot="1" noMove="1" noResize="1" noEditPoints="1" noAdjustHandles="1" noChangeArrowheads="1" noChangeShapeType="1"/>
          </p:cNvSpPr>
          <p:nvPr/>
        </p:nvSpPr>
        <p:spPr bwMode="auto">
          <a:xfrm>
            <a:off x="1352550" y="-1588"/>
            <a:ext cx="10839450" cy="5722553"/>
          </a:xfrm>
          <a:custGeom>
            <a:avLst/>
            <a:gdLst>
              <a:gd name="T0" fmla="*/ 3147 w 3147"/>
              <a:gd name="T1" fmla="*/ 1312 h 1657"/>
              <a:gd name="T2" fmla="*/ 3147 w 3147"/>
              <a:gd name="T3" fmla="*/ 1657 h 1657"/>
              <a:gd name="T4" fmla="*/ 2364 w 3147"/>
              <a:gd name="T5" fmla="*/ 1244 h 1657"/>
              <a:gd name="T6" fmla="*/ 2096 w 3147"/>
              <a:gd name="T7" fmla="*/ 1244 h 1657"/>
              <a:gd name="T8" fmla="*/ 1818 w 3147"/>
              <a:gd name="T9" fmla="*/ 1391 h 1657"/>
              <a:gd name="T10" fmla="*/ 1720 w 3147"/>
              <a:gd name="T11" fmla="*/ 1415 h 1657"/>
              <a:gd name="T12" fmla="*/ 1622 w 3147"/>
              <a:gd name="T13" fmla="*/ 1391 h 1657"/>
              <a:gd name="T14" fmla="*/ 917 w 3147"/>
              <a:gd name="T15" fmla="*/ 1019 h 1657"/>
              <a:gd name="T16" fmla="*/ 888 w 3147"/>
              <a:gd name="T17" fmla="*/ 1004 h 1657"/>
              <a:gd name="T18" fmla="*/ 755 w 3147"/>
              <a:gd name="T19" fmla="*/ 934 h 1657"/>
              <a:gd name="T20" fmla="*/ 756 w 3147"/>
              <a:gd name="T21" fmla="*/ 742 h 1657"/>
              <a:gd name="T22" fmla="*/ 901 w 3147"/>
              <a:gd name="T23" fmla="*/ 666 h 1657"/>
              <a:gd name="T24" fmla="*/ 901 w 3147"/>
              <a:gd name="T25" fmla="*/ 475 h 1657"/>
              <a:gd name="T26" fmla="*/ 0 w 3147"/>
              <a:gd name="T27" fmla="*/ 0 h 1657"/>
              <a:gd name="T28" fmla="*/ 654 w 3147"/>
              <a:gd name="T29" fmla="*/ 0 h 1657"/>
              <a:gd name="T30" fmla="*/ 1321 w 3147"/>
              <a:gd name="T31" fmla="*/ 351 h 1657"/>
              <a:gd name="T32" fmla="*/ 1454 w 3147"/>
              <a:gd name="T33" fmla="*/ 571 h 1657"/>
              <a:gd name="T34" fmla="*/ 1322 w 3147"/>
              <a:gd name="T35" fmla="*/ 790 h 1657"/>
              <a:gd name="T36" fmla="*/ 1322 w 3147"/>
              <a:gd name="T37" fmla="*/ 887 h 1657"/>
              <a:gd name="T38" fmla="*/ 1623 w 3147"/>
              <a:gd name="T39" fmla="*/ 1046 h 1657"/>
              <a:gd name="T40" fmla="*/ 1817 w 3147"/>
              <a:gd name="T41" fmla="*/ 1046 h 1657"/>
              <a:gd name="T42" fmla="*/ 1903 w 3147"/>
              <a:gd name="T43" fmla="*/ 1001 h 1657"/>
              <a:gd name="T44" fmla="*/ 2074 w 3147"/>
              <a:gd name="T45" fmla="*/ 911 h 1657"/>
              <a:gd name="T46" fmla="*/ 2095 w 3147"/>
              <a:gd name="T47" fmla="*/ 900 h 1657"/>
              <a:gd name="T48" fmla="*/ 2363 w 3147"/>
              <a:gd name="T49" fmla="*/ 900 h 1657"/>
              <a:gd name="T50" fmla="*/ 2555 w 3147"/>
              <a:gd name="T51" fmla="*/ 1001 h 1657"/>
              <a:gd name="T52" fmla="*/ 2555 w 3147"/>
              <a:gd name="T53" fmla="*/ 1001 h 1657"/>
              <a:gd name="T54" fmla="*/ 3147 w 3147"/>
              <a:gd name="T55" fmla="*/ 1312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47" h="1657">
                <a:moveTo>
                  <a:pt x="3147" y="1312"/>
                </a:moveTo>
                <a:cubicBezTo>
                  <a:pt x="3147" y="1657"/>
                  <a:pt x="3147" y="1657"/>
                  <a:pt x="3147" y="1657"/>
                </a:cubicBezTo>
                <a:cubicBezTo>
                  <a:pt x="2364" y="1244"/>
                  <a:pt x="2364" y="1244"/>
                  <a:pt x="2364" y="1244"/>
                </a:cubicBezTo>
                <a:cubicBezTo>
                  <a:pt x="2280" y="1200"/>
                  <a:pt x="2179" y="1200"/>
                  <a:pt x="2096" y="1244"/>
                </a:cubicBezTo>
                <a:cubicBezTo>
                  <a:pt x="1818" y="1391"/>
                  <a:pt x="1818" y="1391"/>
                  <a:pt x="1818" y="1391"/>
                </a:cubicBezTo>
                <a:cubicBezTo>
                  <a:pt x="1787" y="1407"/>
                  <a:pt x="1753" y="1415"/>
                  <a:pt x="1720" y="1415"/>
                </a:cubicBezTo>
                <a:cubicBezTo>
                  <a:pt x="1686" y="1415"/>
                  <a:pt x="1652" y="1407"/>
                  <a:pt x="1622" y="1391"/>
                </a:cubicBezTo>
                <a:cubicBezTo>
                  <a:pt x="917" y="1019"/>
                  <a:pt x="917" y="1019"/>
                  <a:pt x="917" y="1019"/>
                </a:cubicBezTo>
                <a:cubicBezTo>
                  <a:pt x="888" y="1004"/>
                  <a:pt x="888" y="1004"/>
                  <a:pt x="888" y="1004"/>
                </a:cubicBezTo>
                <a:cubicBezTo>
                  <a:pt x="755" y="934"/>
                  <a:pt x="755" y="934"/>
                  <a:pt x="755" y="934"/>
                </a:cubicBezTo>
                <a:cubicBezTo>
                  <a:pt x="678" y="893"/>
                  <a:pt x="678" y="783"/>
                  <a:pt x="756" y="742"/>
                </a:cubicBezTo>
                <a:cubicBezTo>
                  <a:pt x="901" y="666"/>
                  <a:pt x="901" y="666"/>
                  <a:pt x="901" y="666"/>
                </a:cubicBezTo>
                <a:cubicBezTo>
                  <a:pt x="977" y="625"/>
                  <a:pt x="977" y="515"/>
                  <a:pt x="901" y="475"/>
                </a:cubicBezTo>
                <a:cubicBezTo>
                  <a:pt x="0" y="0"/>
                  <a:pt x="0" y="0"/>
                  <a:pt x="0" y="0"/>
                </a:cubicBezTo>
                <a:cubicBezTo>
                  <a:pt x="654" y="0"/>
                  <a:pt x="654" y="0"/>
                  <a:pt x="654" y="0"/>
                </a:cubicBezTo>
                <a:cubicBezTo>
                  <a:pt x="1321" y="351"/>
                  <a:pt x="1321" y="351"/>
                  <a:pt x="1321" y="351"/>
                </a:cubicBezTo>
                <a:cubicBezTo>
                  <a:pt x="1410" y="398"/>
                  <a:pt x="1454" y="484"/>
                  <a:pt x="1454" y="571"/>
                </a:cubicBezTo>
                <a:cubicBezTo>
                  <a:pt x="1454" y="657"/>
                  <a:pt x="1410" y="743"/>
                  <a:pt x="1322" y="790"/>
                </a:cubicBezTo>
                <a:cubicBezTo>
                  <a:pt x="1282" y="810"/>
                  <a:pt x="1282" y="867"/>
                  <a:pt x="1322" y="887"/>
                </a:cubicBezTo>
                <a:cubicBezTo>
                  <a:pt x="1623" y="1046"/>
                  <a:pt x="1623" y="1046"/>
                  <a:pt x="1623" y="1046"/>
                </a:cubicBezTo>
                <a:cubicBezTo>
                  <a:pt x="1684" y="1078"/>
                  <a:pt x="1756" y="1078"/>
                  <a:pt x="1817" y="1046"/>
                </a:cubicBezTo>
                <a:cubicBezTo>
                  <a:pt x="1903" y="1001"/>
                  <a:pt x="1903" y="1001"/>
                  <a:pt x="1903" y="1001"/>
                </a:cubicBezTo>
                <a:cubicBezTo>
                  <a:pt x="2074" y="911"/>
                  <a:pt x="2074" y="911"/>
                  <a:pt x="2074" y="911"/>
                </a:cubicBezTo>
                <a:cubicBezTo>
                  <a:pt x="2095" y="900"/>
                  <a:pt x="2095" y="900"/>
                  <a:pt x="2095" y="900"/>
                </a:cubicBezTo>
                <a:cubicBezTo>
                  <a:pt x="2179" y="856"/>
                  <a:pt x="2279" y="856"/>
                  <a:pt x="2363" y="900"/>
                </a:cubicBezTo>
                <a:cubicBezTo>
                  <a:pt x="2555" y="1001"/>
                  <a:pt x="2555" y="1001"/>
                  <a:pt x="2555" y="1001"/>
                </a:cubicBezTo>
                <a:cubicBezTo>
                  <a:pt x="2555" y="1001"/>
                  <a:pt x="2555" y="1001"/>
                  <a:pt x="2555" y="1001"/>
                </a:cubicBezTo>
                <a:lnTo>
                  <a:pt x="3147" y="1312"/>
                </a:lnTo>
                <a:close/>
              </a:path>
            </a:pathLst>
          </a:custGeom>
          <a:gradFill>
            <a:gsLst>
              <a:gs pos="100000">
                <a:srgbClr val="91B4B3"/>
              </a:gs>
              <a:gs pos="61000">
                <a:srgbClr val="829A99"/>
              </a:gs>
              <a:gs pos="0">
                <a:srgbClr val="6A7171"/>
              </a:gs>
            </a:gsLst>
            <a:lin ang="4200000" scaled="0"/>
          </a:gradFill>
          <a:ln>
            <a:noFill/>
          </a:ln>
          <a:effectLst>
            <a:innerShdw blurRad="63500" dist="50800" dir="18900000">
              <a:prstClr val="black">
                <a:alpha val="17000"/>
              </a:prstClr>
            </a:innerShdw>
          </a:effectLst>
        </p:spPr>
        <p:txBody>
          <a:bodyPr vert="horz" wrap="square" lIns="91440" tIns="45720" rIns="91440" bIns="45720" numCol="1" anchor="t" anchorCtr="0" compatLnSpc="1">
            <a:prstTxWarp prst="textNoShape">
              <a:avLst/>
            </a:prstTxWarp>
          </a:bodyPr>
          <a:lstStyle/>
          <a:p>
            <a:endParaRPr lang="id-ID" dirty="0"/>
          </a:p>
        </p:txBody>
      </p:sp>
      <p:grpSp>
        <p:nvGrpSpPr>
          <p:cNvPr id="2" name="Group 1">
            <a:extLst>
              <a:ext uri="{FF2B5EF4-FFF2-40B4-BE49-F238E27FC236}">
                <a16:creationId xmlns:a16="http://schemas.microsoft.com/office/drawing/2014/main" id="{E70A2037-D151-5CEC-E425-4D23F3600D00}"/>
              </a:ext>
            </a:extLst>
          </p:cNvPr>
          <p:cNvGrpSpPr/>
          <p:nvPr/>
        </p:nvGrpSpPr>
        <p:grpSpPr>
          <a:xfrm>
            <a:off x="6816394" y="149517"/>
            <a:ext cx="2693365" cy="808349"/>
            <a:chOff x="-103875" y="1297289"/>
            <a:chExt cx="2341458" cy="808349"/>
          </a:xfrm>
        </p:grpSpPr>
        <p:sp>
          <p:nvSpPr>
            <p:cNvPr id="3" name="TextBox 2">
              <a:extLst>
                <a:ext uri="{FF2B5EF4-FFF2-40B4-BE49-F238E27FC236}">
                  <a16:creationId xmlns:a16="http://schemas.microsoft.com/office/drawing/2014/main" id="{E477CB73-755D-1871-2762-7B6D45B15925}"/>
                </a:ext>
              </a:extLst>
            </p:cNvPr>
            <p:cNvSpPr txBox="1"/>
            <p:nvPr/>
          </p:nvSpPr>
          <p:spPr>
            <a:xfrm>
              <a:off x="-103875" y="1297289"/>
              <a:ext cx="2270842" cy="276999"/>
            </a:xfrm>
            <a:prstGeom prst="rect">
              <a:avLst/>
            </a:prstGeom>
            <a:noFill/>
          </p:spPr>
          <p:txBody>
            <a:bodyPr wrap="none" lIns="0" tIns="0" rIns="0" bIns="0" rtlCol="0">
              <a:noAutofit/>
            </a:bodyPr>
            <a:lstStyle/>
            <a:p>
              <a:r>
                <a:rPr lang="en-US" sz="1600" b="1" dirty="0">
                  <a:solidFill>
                    <a:schemeClr val="accent1"/>
                  </a:solidFill>
                  <a:latin typeface="Avenir Next LT Pro Demi" panose="020B0704020202020204" pitchFamily="34" charset="0"/>
                </a:rPr>
                <a:t>#1</a:t>
              </a:r>
              <a:r>
                <a:rPr lang="en-US" sz="1600" b="1" dirty="0">
                  <a:solidFill>
                    <a:srgbClr val="0C62FB"/>
                  </a:solidFill>
                  <a:latin typeface="Avenir Next LT Pro Demi" panose="020B0704020202020204" pitchFamily="34" charset="0"/>
                </a:rPr>
                <a:t> Bringing Morgan to Life</a:t>
              </a:r>
              <a:endParaRPr lang="id-ID" sz="1600" b="1" dirty="0">
                <a:solidFill>
                  <a:srgbClr val="0C62FB"/>
                </a:solidFill>
                <a:latin typeface="Avenir Next LT Pro Demi" panose="020B0704020202020204" pitchFamily="34" charset="0"/>
              </a:endParaRPr>
            </a:p>
          </p:txBody>
        </p:sp>
        <p:sp>
          <p:nvSpPr>
            <p:cNvPr id="4" name="Title 1">
              <a:extLst>
                <a:ext uri="{FF2B5EF4-FFF2-40B4-BE49-F238E27FC236}">
                  <a16:creationId xmlns:a16="http://schemas.microsoft.com/office/drawing/2014/main" id="{2AB684A9-CEB0-F84C-CA73-37B359C784D1}"/>
                </a:ext>
              </a:extLst>
            </p:cNvPr>
            <p:cNvSpPr txBox="1">
              <a:spLocks/>
            </p:cNvSpPr>
            <p:nvPr/>
          </p:nvSpPr>
          <p:spPr>
            <a:xfrm>
              <a:off x="-103875" y="1588474"/>
              <a:ext cx="2341458" cy="517164"/>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pPr>
                <a:lnSpc>
                  <a:spcPts val="1300"/>
                </a:lnSpc>
              </a:pPr>
              <a:r>
                <a:rPr lang="en-US" dirty="0"/>
                <a:t>Build Morgan using a Microsoft-first approach while remaining open to non-Microsoft components where they add clear value. Engage Microsoft to test feasibility, but plan for Slalom engineering and Foundry teams to prototype and iterate quickly toward a usable MVP.</a:t>
              </a:r>
            </a:p>
          </p:txBody>
        </p:sp>
      </p:grpSp>
      <p:sp>
        <p:nvSpPr>
          <p:cNvPr id="160" name="Freeform 152">
            <a:extLst>
              <a:ext uri="{FF2B5EF4-FFF2-40B4-BE49-F238E27FC236}">
                <a16:creationId xmlns:a16="http://schemas.microsoft.com/office/drawing/2014/main" id="{9886A50A-5AE5-5749-9AD9-3A71D7104486}"/>
              </a:ext>
            </a:extLst>
          </p:cNvPr>
          <p:cNvSpPr>
            <a:spLocks/>
          </p:cNvSpPr>
          <p:nvPr/>
        </p:nvSpPr>
        <p:spPr bwMode="auto">
          <a:xfrm>
            <a:off x="2387096" y="-13112"/>
            <a:ext cx="9804904" cy="5131802"/>
          </a:xfrm>
          <a:custGeom>
            <a:avLst/>
            <a:gdLst>
              <a:gd name="T0" fmla="*/ 2827 w 2827"/>
              <a:gd name="T1" fmla="*/ 1476 h 1476"/>
              <a:gd name="T2" fmla="*/ 2015 w 2827"/>
              <a:gd name="T3" fmla="*/ 1052 h 1476"/>
              <a:gd name="T4" fmla="*/ 1832 w 2827"/>
              <a:gd name="T5" fmla="*/ 1052 h 1476"/>
              <a:gd name="T6" fmla="*/ 1504 w 2827"/>
              <a:gd name="T7" fmla="*/ 1222 h 1476"/>
              <a:gd name="T8" fmla="*/ 1315 w 2827"/>
              <a:gd name="T9" fmla="*/ 1218 h 1476"/>
              <a:gd name="T10" fmla="*/ 760 w 2827"/>
              <a:gd name="T11" fmla="*/ 898 h 1476"/>
              <a:gd name="T12" fmla="*/ 754 w 2827"/>
              <a:gd name="T13" fmla="*/ 733 h 1476"/>
              <a:gd name="T14" fmla="*/ 851 w 2827"/>
              <a:gd name="T15" fmla="*/ 668 h 1476"/>
              <a:gd name="T16" fmla="*/ 845 w 2827"/>
              <a:gd name="T17" fmla="*/ 488 h 1476"/>
              <a:gd name="T18" fmla="*/ 0 w 2827"/>
              <a:gd name="T19" fmla="*/ 0 h 1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27" h="1476">
                <a:moveTo>
                  <a:pt x="2827" y="1476"/>
                </a:moveTo>
                <a:cubicBezTo>
                  <a:pt x="2015" y="1052"/>
                  <a:pt x="2015" y="1052"/>
                  <a:pt x="2015" y="1052"/>
                </a:cubicBezTo>
                <a:cubicBezTo>
                  <a:pt x="1958" y="1022"/>
                  <a:pt x="1889" y="1022"/>
                  <a:pt x="1832" y="1052"/>
                </a:cubicBezTo>
                <a:cubicBezTo>
                  <a:pt x="1504" y="1222"/>
                  <a:pt x="1504" y="1222"/>
                  <a:pt x="1504" y="1222"/>
                </a:cubicBezTo>
                <a:cubicBezTo>
                  <a:pt x="1444" y="1253"/>
                  <a:pt x="1373" y="1251"/>
                  <a:pt x="1315" y="1218"/>
                </a:cubicBezTo>
                <a:cubicBezTo>
                  <a:pt x="760" y="898"/>
                  <a:pt x="760" y="898"/>
                  <a:pt x="760" y="898"/>
                </a:cubicBezTo>
                <a:cubicBezTo>
                  <a:pt x="697" y="862"/>
                  <a:pt x="694" y="773"/>
                  <a:pt x="754" y="733"/>
                </a:cubicBezTo>
                <a:cubicBezTo>
                  <a:pt x="851" y="668"/>
                  <a:pt x="851" y="668"/>
                  <a:pt x="851" y="668"/>
                </a:cubicBezTo>
                <a:cubicBezTo>
                  <a:pt x="916" y="624"/>
                  <a:pt x="913" y="527"/>
                  <a:pt x="845" y="488"/>
                </a:cubicBezTo>
                <a:cubicBezTo>
                  <a:pt x="0" y="0"/>
                  <a:pt x="0" y="0"/>
                  <a:pt x="0" y="0"/>
                </a:cubicBezTo>
              </a:path>
            </a:pathLst>
          </a:custGeom>
          <a:noFill/>
          <a:ln w="15875" cap="flat">
            <a:solidFill>
              <a:schemeClr val="bg1"/>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cxnSp>
        <p:nvCxnSpPr>
          <p:cNvPr id="312" name="Straight Connector 311">
            <a:extLst>
              <a:ext uri="{FF2B5EF4-FFF2-40B4-BE49-F238E27FC236}">
                <a16:creationId xmlns:a16="http://schemas.microsoft.com/office/drawing/2014/main" id="{24808D00-E1DB-91FB-02AF-31D6689AFA70}"/>
              </a:ext>
            </a:extLst>
          </p:cNvPr>
          <p:cNvCxnSpPr>
            <a:cxnSpLocks/>
          </p:cNvCxnSpPr>
          <p:nvPr/>
        </p:nvCxnSpPr>
        <p:spPr>
          <a:xfrm flipH="1">
            <a:off x="5521901" y="2732192"/>
            <a:ext cx="1415538" cy="699945"/>
          </a:xfrm>
          <a:prstGeom prst="line">
            <a:avLst/>
          </a:prstGeom>
          <a:ln>
            <a:solidFill>
              <a:schemeClr val="accent4">
                <a:lumMod val="60000"/>
                <a:lumOff val="40000"/>
              </a:schemeClr>
            </a:solidFill>
            <a:prstDash val="lgDash"/>
            <a:tailEnd type="oval"/>
          </a:ln>
        </p:spPr>
        <p:style>
          <a:lnRef idx="1">
            <a:schemeClr val="accent1"/>
          </a:lnRef>
          <a:fillRef idx="0">
            <a:schemeClr val="accent1"/>
          </a:fillRef>
          <a:effectRef idx="0">
            <a:schemeClr val="accent1"/>
          </a:effectRef>
          <a:fontRef idx="minor">
            <a:schemeClr val="tx1"/>
          </a:fontRef>
        </p:style>
      </p:cxnSp>
      <p:sp>
        <p:nvSpPr>
          <p:cNvPr id="370" name="TextBox 369">
            <a:extLst>
              <a:ext uri="{FF2B5EF4-FFF2-40B4-BE49-F238E27FC236}">
                <a16:creationId xmlns:a16="http://schemas.microsoft.com/office/drawing/2014/main" id="{335EE303-1B85-59E3-9880-2F75F4B79034}"/>
              </a:ext>
            </a:extLst>
          </p:cNvPr>
          <p:cNvSpPr txBox="1"/>
          <p:nvPr/>
        </p:nvSpPr>
        <p:spPr>
          <a:xfrm>
            <a:off x="7256268" y="5067016"/>
            <a:ext cx="2737748" cy="276999"/>
          </a:xfrm>
          <a:prstGeom prst="rect">
            <a:avLst/>
          </a:prstGeom>
          <a:noFill/>
        </p:spPr>
        <p:txBody>
          <a:bodyPr wrap="none" lIns="0" tIns="0" rIns="0" bIns="0" rtlCol="0">
            <a:noAutofit/>
          </a:bodyPr>
          <a:lstStyle/>
          <a:p>
            <a:pPr algn="r"/>
            <a:r>
              <a:rPr lang="en-US" sz="1600" b="1" dirty="0">
                <a:solidFill>
                  <a:schemeClr val="accent1"/>
                </a:solidFill>
                <a:latin typeface="Avenir Next LT Pro Demi" panose="020B0704020202020204" pitchFamily="34" charset="0"/>
              </a:rPr>
              <a:t>#5 </a:t>
            </a:r>
            <a:r>
              <a:rPr lang="en-US" sz="1600" b="1" dirty="0">
                <a:solidFill>
                  <a:srgbClr val="0C62FB"/>
                </a:solidFill>
                <a:latin typeface="Avenir Next LT Pro Demi" panose="020B0704020202020204" pitchFamily="34" charset="0"/>
              </a:rPr>
              <a:t>Virtual Shadow Board </a:t>
            </a:r>
          </a:p>
          <a:p>
            <a:pPr algn="r"/>
            <a:r>
              <a:rPr lang="en-US" sz="1200" b="1" i="1" dirty="0">
                <a:solidFill>
                  <a:srgbClr val="0C62FB"/>
                </a:solidFill>
                <a:latin typeface="Avenir Next LT Pro Demi" panose="020B0704020202020204" pitchFamily="34" charset="0"/>
              </a:rPr>
              <a:t>(North Star)</a:t>
            </a:r>
            <a:endParaRPr lang="id-ID" sz="1200" b="1" i="1" dirty="0">
              <a:solidFill>
                <a:srgbClr val="0C62FB"/>
              </a:solidFill>
              <a:latin typeface="Avenir Next LT Pro Demi" panose="020B0704020202020204" pitchFamily="34" charset="0"/>
            </a:endParaRPr>
          </a:p>
        </p:txBody>
      </p:sp>
      <p:sp>
        <p:nvSpPr>
          <p:cNvPr id="386" name="Oval 9">
            <a:extLst>
              <a:ext uri="{FF2B5EF4-FFF2-40B4-BE49-F238E27FC236}">
                <a16:creationId xmlns:a16="http://schemas.microsoft.com/office/drawing/2014/main" id="{78535688-A093-A24E-C008-AED03E425432}"/>
              </a:ext>
            </a:extLst>
          </p:cNvPr>
          <p:cNvSpPr>
            <a:spLocks noChangeArrowheads="1"/>
          </p:cNvSpPr>
          <p:nvPr/>
        </p:nvSpPr>
        <p:spPr bwMode="auto">
          <a:xfrm>
            <a:off x="11573892" y="4717670"/>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87" name="Oval 9">
            <a:extLst>
              <a:ext uri="{FF2B5EF4-FFF2-40B4-BE49-F238E27FC236}">
                <a16:creationId xmlns:a16="http://schemas.microsoft.com/office/drawing/2014/main" id="{868ED2FC-966B-8D23-C481-FE11207E6103}"/>
              </a:ext>
            </a:extLst>
          </p:cNvPr>
          <p:cNvSpPr>
            <a:spLocks noChangeArrowheads="1"/>
          </p:cNvSpPr>
          <p:nvPr/>
        </p:nvSpPr>
        <p:spPr bwMode="auto">
          <a:xfrm>
            <a:off x="5039924" y="1483399"/>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88" name="Oval 9">
            <a:extLst>
              <a:ext uri="{FF2B5EF4-FFF2-40B4-BE49-F238E27FC236}">
                <a16:creationId xmlns:a16="http://schemas.microsoft.com/office/drawing/2014/main" id="{B76E95B8-5B89-A75F-E804-E7878149C961}"/>
              </a:ext>
            </a:extLst>
          </p:cNvPr>
          <p:cNvSpPr>
            <a:spLocks noChangeArrowheads="1"/>
          </p:cNvSpPr>
          <p:nvPr/>
        </p:nvSpPr>
        <p:spPr bwMode="auto">
          <a:xfrm>
            <a:off x="5361845" y="3307116"/>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pic>
        <p:nvPicPr>
          <p:cNvPr id="18" name="Picture 17" descr="A blue and black logo&#10;&#10;AI-generated content may be incorrect.">
            <a:extLst>
              <a:ext uri="{FF2B5EF4-FFF2-40B4-BE49-F238E27FC236}">
                <a16:creationId xmlns:a16="http://schemas.microsoft.com/office/drawing/2014/main" id="{AFD09A68-BB35-FB8C-4A74-85D2B074B4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1915" y="161230"/>
            <a:ext cx="1428750" cy="476250"/>
          </a:xfrm>
          <a:prstGeom prst="rect">
            <a:avLst/>
          </a:prstGeom>
        </p:spPr>
      </p:pic>
      <p:sp>
        <p:nvSpPr>
          <p:cNvPr id="19" name="Rectangle 18">
            <a:extLst>
              <a:ext uri="{FF2B5EF4-FFF2-40B4-BE49-F238E27FC236}">
                <a16:creationId xmlns:a16="http://schemas.microsoft.com/office/drawing/2014/main" id="{82D0C5F0-04CD-1EB3-055F-D66B607179C2}"/>
              </a:ext>
            </a:extLst>
          </p:cNvPr>
          <p:cNvSpPr/>
          <p:nvPr/>
        </p:nvSpPr>
        <p:spPr>
          <a:xfrm>
            <a:off x="227327" y="484978"/>
            <a:ext cx="3809627" cy="1107996"/>
          </a:xfrm>
          <a:prstGeom prst="rect">
            <a:avLst/>
          </a:prstGeom>
        </p:spPr>
        <p:txBody>
          <a:bodyPr wrap="square" lIns="0" tIns="0" rIns="0" bIns="0">
            <a:noAutofit/>
          </a:bodyPr>
          <a:lstStyle/>
          <a:p>
            <a:r>
              <a:rPr lang="en-US" sz="4000" b="1" dirty="0">
                <a:latin typeface="Georgia" panose="02040502050405020303" pitchFamily="18" charset="0"/>
                <a:cs typeface="Segoe UI" panose="020B0502040204020203" pitchFamily="34" charset="0"/>
              </a:rPr>
              <a:t>Morgan</a:t>
            </a:r>
          </a:p>
        </p:txBody>
      </p:sp>
      <p:sp>
        <p:nvSpPr>
          <p:cNvPr id="20" name="Title 1">
            <a:extLst>
              <a:ext uri="{FF2B5EF4-FFF2-40B4-BE49-F238E27FC236}">
                <a16:creationId xmlns:a16="http://schemas.microsoft.com/office/drawing/2014/main" id="{83AF22E3-6F09-5DD3-44AB-DDE704196A6D}"/>
              </a:ext>
            </a:extLst>
          </p:cNvPr>
          <p:cNvSpPr txBox="1">
            <a:spLocks/>
          </p:cNvSpPr>
          <p:nvPr/>
        </p:nvSpPr>
        <p:spPr>
          <a:xfrm>
            <a:off x="227329" y="1054226"/>
            <a:ext cx="3287335" cy="32778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600" spc="300" dirty="0">
                <a:latin typeface="Avenir Next LT Pro" panose="020B0504020202020204" pitchFamily="34" charset="0"/>
              </a:rPr>
              <a:t>Virtual Board Member</a:t>
            </a:r>
          </a:p>
        </p:txBody>
      </p:sp>
      <p:sp>
        <p:nvSpPr>
          <p:cNvPr id="22" name="Title 1">
            <a:extLst>
              <a:ext uri="{FF2B5EF4-FFF2-40B4-BE49-F238E27FC236}">
                <a16:creationId xmlns:a16="http://schemas.microsoft.com/office/drawing/2014/main" id="{9FFE5694-D14A-CD1F-9ADE-8DBA9F7AFA33}"/>
              </a:ext>
            </a:extLst>
          </p:cNvPr>
          <p:cNvSpPr txBox="1">
            <a:spLocks/>
          </p:cNvSpPr>
          <p:nvPr/>
        </p:nvSpPr>
        <p:spPr>
          <a:xfrm>
            <a:off x="227329" y="1471402"/>
            <a:ext cx="3287336" cy="969496"/>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600"/>
              </a:spcAft>
            </a:pPr>
            <a:r>
              <a:rPr lang="en-US" sz="1050" dirty="0">
                <a:solidFill>
                  <a:srgbClr val="0C62FB"/>
                </a:solidFill>
                <a:latin typeface="Avenir Next LT Pro Demi" panose="020B0704020202020204" pitchFamily="34" charset="0"/>
              </a:rPr>
              <a:t>Purpose: </a:t>
            </a:r>
            <a:r>
              <a:rPr lang="en-US" sz="1050" dirty="0">
                <a:latin typeface="Avenir Next LT Pro Light" panose="020B0304020202020204" pitchFamily="34" charset="0"/>
              </a:rPr>
              <a:t>an AI-powered “eighth board member” that joins CAB meetings to provide a consistent new voice, filling gaps in the board’s diversity of perspective and enriching the overall discussion. AI is simply the enabler - the aim is a broader, more insightful conversation.</a:t>
            </a:r>
          </a:p>
        </p:txBody>
      </p:sp>
      <p:grpSp>
        <p:nvGrpSpPr>
          <p:cNvPr id="331" name="Group 330">
            <a:extLst>
              <a:ext uri="{FF2B5EF4-FFF2-40B4-BE49-F238E27FC236}">
                <a16:creationId xmlns:a16="http://schemas.microsoft.com/office/drawing/2014/main" id="{54EFF6AC-F0E3-168B-941A-09688F7A318A}"/>
              </a:ext>
            </a:extLst>
          </p:cNvPr>
          <p:cNvGrpSpPr/>
          <p:nvPr/>
        </p:nvGrpSpPr>
        <p:grpSpPr>
          <a:xfrm flipH="1">
            <a:off x="7553604" y="1875693"/>
            <a:ext cx="3789605" cy="983995"/>
            <a:chOff x="86608" y="1338296"/>
            <a:chExt cx="2080360" cy="1461391"/>
          </a:xfrm>
        </p:grpSpPr>
        <p:sp>
          <p:nvSpPr>
            <p:cNvPr id="332" name="TextBox 331">
              <a:extLst>
                <a:ext uri="{FF2B5EF4-FFF2-40B4-BE49-F238E27FC236}">
                  <a16:creationId xmlns:a16="http://schemas.microsoft.com/office/drawing/2014/main" id="{A67A511C-478A-8A4B-288A-F7008A73D298}"/>
                </a:ext>
              </a:extLst>
            </p:cNvPr>
            <p:cNvSpPr txBox="1"/>
            <p:nvPr/>
          </p:nvSpPr>
          <p:spPr>
            <a:xfrm>
              <a:off x="783384" y="1338296"/>
              <a:ext cx="1383584" cy="276999"/>
            </a:xfrm>
            <a:prstGeom prst="rect">
              <a:avLst/>
            </a:prstGeom>
            <a:noFill/>
          </p:spPr>
          <p:txBody>
            <a:bodyPr wrap="none" lIns="0" tIns="0" rIns="0" bIns="0" rtlCol="0">
              <a:noAutofit/>
            </a:bodyPr>
            <a:lstStyle/>
            <a:p>
              <a:r>
                <a:rPr lang="en-US" sz="1600" b="1" dirty="0">
                  <a:solidFill>
                    <a:schemeClr val="accent1"/>
                  </a:solidFill>
                  <a:latin typeface="Avenir Next LT Pro Demi" panose="020B0704020202020204" pitchFamily="34" charset="0"/>
                </a:rPr>
                <a:t>#2 </a:t>
              </a:r>
              <a:r>
                <a:rPr lang="en-US" sz="1600" b="1" dirty="0">
                  <a:solidFill>
                    <a:srgbClr val="0C62FB"/>
                  </a:solidFill>
                  <a:latin typeface="Avenir Next LT Pro Demi" panose="020B0704020202020204" pitchFamily="34" charset="0"/>
                </a:rPr>
                <a:t>The Passive Participant</a:t>
              </a:r>
              <a:endParaRPr lang="id-ID" sz="1600" b="1" dirty="0">
                <a:solidFill>
                  <a:srgbClr val="0C62FB"/>
                </a:solidFill>
                <a:latin typeface="Avenir Next LT Pro Demi" panose="020B0704020202020204" pitchFamily="34" charset="0"/>
              </a:endParaRPr>
            </a:p>
          </p:txBody>
        </p:sp>
        <p:sp>
          <p:nvSpPr>
            <p:cNvPr id="333" name="Title 1">
              <a:extLst>
                <a:ext uri="{FF2B5EF4-FFF2-40B4-BE49-F238E27FC236}">
                  <a16:creationId xmlns:a16="http://schemas.microsoft.com/office/drawing/2014/main" id="{D831935B-E473-1535-4C62-8AD45451DCBD}"/>
                </a:ext>
              </a:extLst>
            </p:cNvPr>
            <p:cNvSpPr txBox="1">
              <a:spLocks/>
            </p:cNvSpPr>
            <p:nvPr/>
          </p:nvSpPr>
          <p:spPr>
            <a:xfrm>
              <a:off x="86608" y="1737825"/>
              <a:ext cx="2080360" cy="1061862"/>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pPr>
                <a:lnSpc>
                  <a:spcPts val="1300"/>
                </a:lnSpc>
              </a:pPr>
              <a:r>
                <a:rPr lang="en-US" dirty="0"/>
                <a:t>Morgan joins the CAB meeting as a passive, fixed-persona board member. It listens continuously and responds only when invited, offering a consistent new viewpoint that fills diversity gaps and enriches discussion without interrupting the flow.</a:t>
              </a:r>
            </a:p>
          </p:txBody>
        </p:sp>
      </p:grpSp>
      <p:sp>
        <p:nvSpPr>
          <p:cNvPr id="6" name="Title 1">
            <a:extLst>
              <a:ext uri="{FF2B5EF4-FFF2-40B4-BE49-F238E27FC236}">
                <a16:creationId xmlns:a16="http://schemas.microsoft.com/office/drawing/2014/main" id="{F8C77B40-5669-AB5A-76D9-58A6D5518688}"/>
              </a:ext>
            </a:extLst>
          </p:cNvPr>
          <p:cNvSpPr txBox="1">
            <a:spLocks/>
          </p:cNvSpPr>
          <p:nvPr/>
        </p:nvSpPr>
        <p:spPr>
          <a:xfrm>
            <a:off x="227329" y="2556309"/>
            <a:ext cx="3287335" cy="80791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600"/>
              </a:spcAft>
            </a:pPr>
            <a:r>
              <a:rPr lang="en-US" sz="1050" dirty="0">
                <a:solidFill>
                  <a:srgbClr val="0C62FB"/>
                </a:solidFill>
                <a:latin typeface="Avenir Next LT Pro Demi" panose="020B0704020202020204" pitchFamily="34" charset="0"/>
              </a:rPr>
              <a:t>Ambition: </a:t>
            </a:r>
            <a:r>
              <a:rPr lang="en-US" sz="1050" dirty="0">
                <a:latin typeface="Avenir Next LT Pro Light" panose="020B0304020202020204" pitchFamily="34" charset="0"/>
              </a:rPr>
              <a:t>To evolve Morgan from a passive, fixed-persona participant into a capable contributor that can surface patterns and enrich discussion, with a longer-term horizon of introducing multiple tailored agents and, potentially, a multi-agent shadow board.</a:t>
            </a:r>
          </a:p>
        </p:txBody>
      </p:sp>
      <p:grpSp>
        <p:nvGrpSpPr>
          <p:cNvPr id="34" name="Group 33">
            <a:extLst>
              <a:ext uri="{FF2B5EF4-FFF2-40B4-BE49-F238E27FC236}">
                <a16:creationId xmlns:a16="http://schemas.microsoft.com/office/drawing/2014/main" id="{6A1386B9-5139-20EF-FF2E-C9BC2E69E52F}"/>
              </a:ext>
            </a:extLst>
          </p:cNvPr>
          <p:cNvGrpSpPr/>
          <p:nvPr/>
        </p:nvGrpSpPr>
        <p:grpSpPr>
          <a:xfrm>
            <a:off x="6542416" y="2529258"/>
            <a:ext cx="713853" cy="467100"/>
            <a:chOff x="3903980" y="4967279"/>
            <a:chExt cx="981823" cy="642442"/>
          </a:xfrm>
        </p:grpSpPr>
        <p:sp>
          <p:nvSpPr>
            <p:cNvPr id="11" name="Oval 8">
              <a:extLst>
                <a:ext uri="{FF2B5EF4-FFF2-40B4-BE49-F238E27FC236}">
                  <a16:creationId xmlns:a16="http://schemas.microsoft.com/office/drawing/2014/main" id="{4FA9191A-C5F6-5A39-10DB-D950B0FA9947}"/>
                </a:ext>
              </a:extLst>
            </p:cNvPr>
            <p:cNvSpPr>
              <a:spLocks noChangeArrowheads="1"/>
            </p:cNvSpPr>
            <p:nvPr/>
          </p:nvSpPr>
          <p:spPr bwMode="auto">
            <a:xfrm>
              <a:off x="3903980" y="4999061"/>
              <a:ext cx="981823" cy="610660"/>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14" name="Oval 11">
              <a:extLst>
                <a:ext uri="{FF2B5EF4-FFF2-40B4-BE49-F238E27FC236}">
                  <a16:creationId xmlns:a16="http://schemas.microsoft.com/office/drawing/2014/main" id="{00A9A591-021B-A589-8BBF-3EA34DFB4830}"/>
                </a:ext>
              </a:extLst>
            </p:cNvPr>
            <p:cNvSpPr>
              <a:spLocks noChangeArrowheads="1"/>
            </p:cNvSpPr>
            <p:nvPr/>
          </p:nvSpPr>
          <p:spPr bwMode="auto">
            <a:xfrm>
              <a:off x="3903980" y="4967279"/>
              <a:ext cx="981823" cy="611795"/>
            </a:xfrm>
            <a:prstGeom prst="ellipse">
              <a:avLst/>
            </a:prstGeom>
            <a:gradFill>
              <a:gsLst>
                <a:gs pos="53000">
                  <a:srgbClr val="C3C6C5"/>
                </a:gs>
                <a:gs pos="0">
                  <a:srgbClr val="ADB1B2"/>
                </a:gs>
                <a:gs pos="100000">
                  <a:srgbClr val="DEDEDA"/>
                </a:gs>
              </a:gsLst>
              <a:lin ang="4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sp>
          <p:nvSpPr>
            <p:cNvPr id="165" name="Oval 164">
              <a:extLst>
                <a:ext uri="{FF2B5EF4-FFF2-40B4-BE49-F238E27FC236}">
                  <a16:creationId xmlns:a16="http://schemas.microsoft.com/office/drawing/2014/main" id="{0D6D7150-7DD4-4830-954E-1CCD6CCC2257}"/>
                </a:ext>
              </a:extLst>
            </p:cNvPr>
            <p:cNvSpPr/>
            <p:nvPr/>
          </p:nvSpPr>
          <p:spPr>
            <a:xfrm>
              <a:off x="4056144" y="5033785"/>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 name="Picture 4">
            <a:extLst>
              <a:ext uri="{FF2B5EF4-FFF2-40B4-BE49-F238E27FC236}">
                <a16:creationId xmlns:a16="http://schemas.microsoft.com/office/drawing/2014/main" id="{D9FB1C67-DF54-46E2-CB06-C34DF4564CB6}"/>
              </a:ext>
            </a:extLst>
          </p:cNvPr>
          <p:cNvPicPr>
            <a:picLocks noChangeAspect="1"/>
          </p:cNvPicPr>
          <p:nvPr/>
        </p:nvPicPr>
        <p:blipFill>
          <a:blip r:embed="rId4">
            <a:extLst>
              <a:ext uri="{28A0092B-C50C-407E-A947-70E740481C1C}">
                <a14:useLocalDpi xmlns:a14="http://schemas.microsoft.com/office/drawing/2010/main" val="0"/>
              </a:ext>
            </a:extLst>
          </a:blip>
          <a:srcRect l="23" t="16751" r="23" b="26344"/>
          <a:stretch>
            <a:fillRect/>
          </a:stretch>
        </p:blipFill>
        <p:spPr>
          <a:xfrm>
            <a:off x="6207760" y="1817123"/>
            <a:ext cx="1314785" cy="1025501"/>
          </a:xfrm>
          <a:prstGeom prst="rect">
            <a:avLst/>
          </a:prstGeom>
        </p:spPr>
      </p:pic>
      <p:sp>
        <p:nvSpPr>
          <p:cNvPr id="42" name="Title 1">
            <a:extLst>
              <a:ext uri="{FF2B5EF4-FFF2-40B4-BE49-F238E27FC236}">
                <a16:creationId xmlns:a16="http://schemas.microsoft.com/office/drawing/2014/main" id="{93D06B1D-6231-1F83-423F-B48D2A02E0B8}"/>
              </a:ext>
            </a:extLst>
          </p:cNvPr>
          <p:cNvSpPr txBox="1">
            <a:spLocks/>
          </p:cNvSpPr>
          <p:nvPr/>
        </p:nvSpPr>
        <p:spPr>
          <a:xfrm flipH="1">
            <a:off x="7256268" y="5505956"/>
            <a:ext cx="2697815" cy="1195925"/>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pPr>
              <a:lnSpc>
                <a:spcPts val="1300"/>
              </a:lnSpc>
            </a:pPr>
            <a:r>
              <a:rPr lang="en-US" dirty="0"/>
              <a:t>Ahead of each meeting, a set of AI agents runs a simulated board discussion of the agenda, debating topics, surfacing insights, and producing recommendations. The CAB reviews this output as a provocation to compare perspectives and reveal gaps.</a:t>
            </a:r>
          </a:p>
        </p:txBody>
      </p:sp>
      <p:grpSp>
        <p:nvGrpSpPr>
          <p:cNvPr id="15" name="Group 14">
            <a:extLst>
              <a:ext uri="{FF2B5EF4-FFF2-40B4-BE49-F238E27FC236}">
                <a16:creationId xmlns:a16="http://schemas.microsoft.com/office/drawing/2014/main" id="{951B55E9-FD1F-3E16-C2BB-8E3933D8A0A2}"/>
              </a:ext>
            </a:extLst>
          </p:cNvPr>
          <p:cNvGrpSpPr/>
          <p:nvPr/>
        </p:nvGrpSpPr>
        <p:grpSpPr>
          <a:xfrm>
            <a:off x="348117" y="4048405"/>
            <a:ext cx="3266826" cy="796369"/>
            <a:chOff x="496365" y="1297289"/>
            <a:chExt cx="2363927" cy="796369"/>
          </a:xfrm>
        </p:grpSpPr>
        <p:sp>
          <p:nvSpPr>
            <p:cNvPr id="17" name="TextBox 16">
              <a:extLst>
                <a:ext uri="{FF2B5EF4-FFF2-40B4-BE49-F238E27FC236}">
                  <a16:creationId xmlns:a16="http://schemas.microsoft.com/office/drawing/2014/main" id="{174ED965-6DC4-DA14-B21B-C365101450BD}"/>
                </a:ext>
              </a:extLst>
            </p:cNvPr>
            <p:cNvSpPr txBox="1"/>
            <p:nvPr/>
          </p:nvSpPr>
          <p:spPr>
            <a:xfrm>
              <a:off x="589450" y="1297289"/>
              <a:ext cx="2270842" cy="276999"/>
            </a:xfrm>
            <a:prstGeom prst="rect">
              <a:avLst/>
            </a:prstGeom>
            <a:noFill/>
          </p:spPr>
          <p:txBody>
            <a:bodyPr wrap="none" lIns="0" tIns="0" rIns="0" bIns="0" rtlCol="0">
              <a:noAutofit/>
            </a:bodyPr>
            <a:lstStyle/>
            <a:p>
              <a:pPr algn="r"/>
              <a:r>
                <a:rPr lang="en-US" sz="1600" b="1" dirty="0">
                  <a:solidFill>
                    <a:schemeClr val="accent1"/>
                  </a:solidFill>
                  <a:latin typeface="Avenir Next LT Pro Demi" panose="020B0704020202020204" pitchFamily="34" charset="0"/>
                </a:rPr>
                <a:t>#3 </a:t>
              </a:r>
              <a:r>
                <a:rPr lang="en-US" sz="1600" b="1" dirty="0">
                  <a:solidFill>
                    <a:srgbClr val="0C62FB"/>
                  </a:solidFill>
                  <a:latin typeface="Avenir Next LT Pro Demi" panose="020B0704020202020204" pitchFamily="34" charset="0"/>
                </a:rPr>
                <a:t>The Reactive Contributor</a:t>
              </a:r>
              <a:endParaRPr lang="id-ID" sz="1600" b="1" dirty="0">
                <a:solidFill>
                  <a:srgbClr val="0C62FB"/>
                </a:solidFill>
                <a:latin typeface="Avenir Next LT Pro Demi" panose="020B0704020202020204" pitchFamily="34" charset="0"/>
              </a:endParaRPr>
            </a:p>
          </p:txBody>
        </p:sp>
        <p:sp>
          <p:nvSpPr>
            <p:cNvPr id="21" name="Title 1">
              <a:extLst>
                <a:ext uri="{FF2B5EF4-FFF2-40B4-BE49-F238E27FC236}">
                  <a16:creationId xmlns:a16="http://schemas.microsoft.com/office/drawing/2014/main" id="{CE7ABF2A-5730-2365-B640-FF5CF178FB55}"/>
                </a:ext>
              </a:extLst>
            </p:cNvPr>
            <p:cNvSpPr txBox="1">
              <a:spLocks/>
            </p:cNvSpPr>
            <p:nvPr/>
          </p:nvSpPr>
          <p:spPr>
            <a:xfrm>
              <a:off x="496365" y="1576494"/>
              <a:ext cx="2363927" cy="517164"/>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pPr>
                <a:lnSpc>
                  <a:spcPts val="1300"/>
                </a:lnSpc>
              </a:pPr>
              <a:r>
                <a:rPr lang="en-US" dirty="0"/>
                <a:t>Morgan evolves to gently signal when it has identified a meaningful pattern, contradiction, or missed connection — for example through a subtle visual cue. It still does not interrupt, but can raise its “virtual hand” to offer timely insight when appropriate.</a:t>
              </a:r>
            </a:p>
          </p:txBody>
        </p:sp>
      </p:grpSp>
      <p:grpSp>
        <p:nvGrpSpPr>
          <p:cNvPr id="23" name="Group 22">
            <a:extLst>
              <a:ext uri="{FF2B5EF4-FFF2-40B4-BE49-F238E27FC236}">
                <a16:creationId xmlns:a16="http://schemas.microsoft.com/office/drawing/2014/main" id="{0B07E95A-D54C-3B2A-FF8A-7D5B91CD699F}"/>
              </a:ext>
            </a:extLst>
          </p:cNvPr>
          <p:cNvGrpSpPr/>
          <p:nvPr/>
        </p:nvGrpSpPr>
        <p:grpSpPr>
          <a:xfrm>
            <a:off x="1727199" y="5564063"/>
            <a:ext cx="3362929" cy="794163"/>
            <a:chOff x="426823" y="1297289"/>
            <a:chExt cx="2433468" cy="794163"/>
          </a:xfrm>
        </p:grpSpPr>
        <p:sp>
          <p:nvSpPr>
            <p:cNvPr id="24" name="TextBox 23">
              <a:extLst>
                <a:ext uri="{FF2B5EF4-FFF2-40B4-BE49-F238E27FC236}">
                  <a16:creationId xmlns:a16="http://schemas.microsoft.com/office/drawing/2014/main" id="{9C13F0DB-4D55-D72D-42DF-E73F0AD09044}"/>
                </a:ext>
              </a:extLst>
            </p:cNvPr>
            <p:cNvSpPr txBox="1"/>
            <p:nvPr/>
          </p:nvSpPr>
          <p:spPr>
            <a:xfrm>
              <a:off x="563945" y="1297289"/>
              <a:ext cx="2270842" cy="276999"/>
            </a:xfrm>
            <a:prstGeom prst="rect">
              <a:avLst/>
            </a:prstGeom>
            <a:noFill/>
          </p:spPr>
          <p:txBody>
            <a:bodyPr wrap="none" lIns="0" tIns="0" rIns="0" bIns="0" rtlCol="0">
              <a:noAutofit/>
            </a:bodyPr>
            <a:lstStyle/>
            <a:p>
              <a:pPr algn="r"/>
              <a:r>
                <a:rPr lang="en-US" sz="1600" b="1" dirty="0">
                  <a:solidFill>
                    <a:schemeClr val="accent1"/>
                  </a:solidFill>
                  <a:latin typeface="Avenir Next LT Pro Demi" panose="020B0704020202020204" pitchFamily="34" charset="0"/>
                </a:rPr>
                <a:t>#4 </a:t>
              </a:r>
              <a:r>
                <a:rPr lang="en-US" sz="1600" b="1" dirty="0">
                  <a:solidFill>
                    <a:srgbClr val="0C62FB"/>
                  </a:solidFill>
                  <a:latin typeface="Avenir Next LT Pro Demi" panose="020B0704020202020204" pitchFamily="34" charset="0"/>
                </a:rPr>
                <a:t>Morgan and Friends</a:t>
              </a:r>
              <a:endParaRPr lang="id-ID" sz="1600" b="1" dirty="0">
                <a:solidFill>
                  <a:srgbClr val="0C62FB"/>
                </a:solidFill>
                <a:latin typeface="Avenir Next LT Pro Demi" panose="020B0704020202020204" pitchFamily="34" charset="0"/>
              </a:endParaRPr>
            </a:p>
          </p:txBody>
        </p:sp>
        <p:sp>
          <p:nvSpPr>
            <p:cNvPr id="25" name="Title 1">
              <a:extLst>
                <a:ext uri="{FF2B5EF4-FFF2-40B4-BE49-F238E27FC236}">
                  <a16:creationId xmlns:a16="http://schemas.microsoft.com/office/drawing/2014/main" id="{6DE3AFEC-BE3A-CB5B-3517-4FB15E08FCFD}"/>
                </a:ext>
              </a:extLst>
            </p:cNvPr>
            <p:cNvSpPr txBox="1">
              <a:spLocks/>
            </p:cNvSpPr>
            <p:nvPr/>
          </p:nvSpPr>
          <p:spPr>
            <a:xfrm>
              <a:off x="426823" y="1574288"/>
              <a:ext cx="2433468" cy="517164"/>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pPr>
                <a:lnSpc>
                  <a:spcPts val="1300"/>
                </a:lnSpc>
              </a:pPr>
              <a:r>
                <a:rPr lang="en-US" dirty="0"/>
                <a:t>Introduce additional AI agents, each with distinct, fixed personas (e.g., Gen Z, nearing retirement, public-sector viewpoint). The CAB can direct questions to specific agents to access different perspectives in real time.</a:t>
              </a:r>
            </a:p>
          </p:txBody>
        </p:sp>
      </p:grpSp>
      <p:grpSp>
        <p:nvGrpSpPr>
          <p:cNvPr id="36" name="Group 35">
            <a:extLst>
              <a:ext uri="{FF2B5EF4-FFF2-40B4-BE49-F238E27FC236}">
                <a16:creationId xmlns:a16="http://schemas.microsoft.com/office/drawing/2014/main" id="{B07AAABB-5A25-6F8B-676F-90468A6997DC}"/>
              </a:ext>
            </a:extLst>
          </p:cNvPr>
          <p:cNvGrpSpPr/>
          <p:nvPr/>
        </p:nvGrpSpPr>
        <p:grpSpPr>
          <a:xfrm>
            <a:off x="10426695" y="6378164"/>
            <a:ext cx="713853" cy="467100"/>
            <a:chOff x="3903980" y="4967279"/>
            <a:chExt cx="981823" cy="642442"/>
          </a:xfrm>
        </p:grpSpPr>
        <p:sp>
          <p:nvSpPr>
            <p:cNvPr id="37" name="Oval 8">
              <a:extLst>
                <a:ext uri="{FF2B5EF4-FFF2-40B4-BE49-F238E27FC236}">
                  <a16:creationId xmlns:a16="http://schemas.microsoft.com/office/drawing/2014/main" id="{ADC13347-C9C6-B4F6-2DEE-64092972CE0E}"/>
                </a:ext>
              </a:extLst>
            </p:cNvPr>
            <p:cNvSpPr>
              <a:spLocks noChangeArrowheads="1"/>
            </p:cNvSpPr>
            <p:nvPr/>
          </p:nvSpPr>
          <p:spPr bwMode="auto">
            <a:xfrm>
              <a:off x="3903980" y="4999061"/>
              <a:ext cx="981823" cy="610660"/>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38" name="Oval 11">
              <a:extLst>
                <a:ext uri="{FF2B5EF4-FFF2-40B4-BE49-F238E27FC236}">
                  <a16:creationId xmlns:a16="http://schemas.microsoft.com/office/drawing/2014/main" id="{4D39346A-1B5B-C5AE-D85B-118E3331DB1F}"/>
                </a:ext>
              </a:extLst>
            </p:cNvPr>
            <p:cNvSpPr>
              <a:spLocks noChangeArrowheads="1"/>
            </p:cNvSpPr>
            <p:nvPr/>
          </p:nvSpPr>
          <p:spPr bwMode="auto">
            <a:xfrm>
              <a:off x="3903980" y="4967279"/>
              <a:ext cx="981823" cy="611795"/>
            </a:xfrm>
            <a:prstGeom prst="ellipse">
              <a:avLst/>
            </a:prstGeom>
            <a:gradFill>
              <a:gsLst>
                <a:gs pos="53000">
                  <a:srgbClr val="C3C6C5"/>
                </a:gs>
                <a:gs pos="0">
                  <a:srgbClr val="ADB1B2"/>
                </a:gs>
                <a:gs pos="100000">
                  <a:srgbClr val="DEDEDA"/>
                </a:gs>
              </a:gsLst>
              <a:lin ang="4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sp>
          <p:nvSpPr>
            <p:cNvPr id="40" name="Oval 39">
              <a:extLst>
                <a:ext uri="{FF2B5EF4-FFF2-40B4-BE49-F238E27FC236}">
                  <a16:creationId xmlns:a16="http://schemas.microsoft.com/office/drawing/2014/main" id="{DA641A99-461E-7882-051E-62824058D9FE}"/>
                </a:ext>
              </a:extLst>
            </p:cNvPr>
            <p:cNvSpPr/>
            <p:nvPr/>
          </p:nvSpPr>
          <p:spPr>
            <a:xfrm>
              <a:off x="4056144" y="5033785"/>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56" name="Oval 9">
            <a:extLst>
              <a:ext uri="{FF2B5EF4-FFF2-40B4-BE49-F238E27FC236}">
                <a16:creationId xmlns:a16="http://schemas.microsoft.com/office/drawing/2014/main" id="{AF8D2ADB-7C48-7D4C-26C6-0F47185720EA}"/>
              </a:ext>
            </a:extLst>
          </p:cNvPr>
          <p:cNvSpPr>
            <a:spLocks noChangeArrowheads="1"/>
          </p:cNvSpPr>
          <p:nvPr/>
        </p:nvSpPr>
        <p:spPr bwMode="auto">
          <a:xfrm>
            <a:off x="6045068" y="3711052"/>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cxnSp>
        <p:nvCxnSpPr>
          <p:cNvPr id="57" name="Straight Connector 56">
            <a:extLst>
              <a:ext uri="{FF2B5EF4-FFF2-40B4-BE49-F238E27FC236}">
                <a16:creationId xmlns:a16="http://schemas.microsoft.com/office/drawing/2014/main" id="{D541E744-C6F3-176A-24DB-CA89F667C53D}"/>
              </a:ext>
            </a:extLst>
          </p:cNvPr>
          <p:cNvCxnSpPr>
            <a:cxnSpLocks/>
          </p:cNvCxnSpPr>
          <p:nvPr/>
        </p:nvCxnSpPr>
        <p:spPr>
          <a:xfrm flipH="1">
            <a:off x="5871932" y="4178071"/>
            <a:ext cx="1811137" cy="1030781"/>
          </a:xfrm>
          <a:prstGeom prst="line">
            <a:avLst/>
          </a:prstGeom>
          <a:ln>
            <a:solidFill>
              <a:schemeClr val="accent4">
                <a:lumMod val="60000"/>
                <a:lumOff val="40000"/>
              </a:schemeClr>
            </a:solidFill>
            <a:prstDash val="lgDash"/>
            <a:tailEnd type="oval"/>
          </a:ln>
        </p:spPr>
        <p:style>
          <a:lnRef idx="1">
            <a:schemeClr val="accent1"/>
          </a:lnRef>
          <a:fillRef idx="0">
            <a:schemeClr val="accent1"/>
          </a:fillRef>
          <a:effectRef idx="0">
            <a:schemeClr val="accent1"/>
          </a:effectRef>
          <a:fontRef idx="minor">
            <a:schemeClr val="tx1"/>
          </a:fontRef>
        </p:style>
      </p:cxnSp>
      <p:sp>
        <p:nvSpPr>
          <p:cNvPr id="61" name="Oval 9">
            <a:extLst>
              <a:ext uri="{FF2B5EF4-FFF2-40B4-BE49-F238E27FC236}">
                <a16:creationId xmlns:a16="http://schemas.microsoft.com/office/drawing/2014/main" id="{12CC3B5A-7119-643B-3B52-BC547CE3D9BB}"/>
              </a:ext>
            </a:extLst>
          </p:cNvPr>
          <p:cNvSpPr>
            <a:spLocks noChangeArrowheads="1"/>
          </p:cNvSpPr>
          <p:nvPr/>
        </p:nvSpPr>
        <p:spPr bwMode="auto">
          <a:xfrm>
            <a:off x="7179263" y="4218760"/>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pic>
        <p:nvPicPr>
          <p:cNvPr id="43" name="Picture 42">
            <a:extLst>
              <a:ext uri="{FF2B5EF4-FFF2-40B4-BE49-F238E27FC236}">
                <a16:creationId xmlns:a16="http://schemas.microsoft.com/office/drawing/2014/main" id="{13B5466B-59D6-CDC0-C1F8-FB800BD13080}"/>
              </a:ext>
            </a:extLst>
          </p:cNvPr>
          <p:cNvPicPr>
            <a:picLocks noChangeAspect="1"/>
          </p:cNvPicPr>
          <p:nvPr/>
        </p:nvPicPr>
        <p:blipFill>
          <a:blip r:embed="rId5">
            <a:extLst>
              <a:ext uri="{28A0092B-C50C-407E-A947-70E740481C1C}">
                <a14:useLocalDpi xmlns:a14="http://schemas.microsoft.com/office/drawing/2010/main" val="0"/>
              </a:ext>
            </a:extLst>
          </a:blip>
          <a:srcRect t="21527" b="21527"/>
          <a:stretch/>
        </p:blipFill>
        <p:spPr>
          <a:xfrm>
            <a:off x="4948143" y="5070357"/>
            <a:ext cx="1638368" cy="1278189"/>
          </a:xfrm>
          <a:prstGeom prst="rect">
            <a:avLst/>
          </a:prstGeom>
        </p:spPr>
      </p:pic>
      <p:cxnSp>
        <p:nvCxnSpPr>
          <p:cNvPr id="62" name="Straight Connector 61">
            <a:extLst>
              <a:ext uri="{FF2B5EF4-FFF2-40B4-BE49-F238E27FC236}">
                <a16:creationId xmlns:a16="http://schemas.microsoft.com/office/drawing/2014/main" id="{B4AE858B-C720-7D3E-F4CC-CF29C13944CC}"/>
              </a:ext>
            </a:extLst>
          </p:cNvPr>
          <p:cNvCxnSpPr>
            <a:cxnSpLocks/>
          </p:cNvCxnSpPr>
          <p:nvPr/>
        </p:nvCxnSpPr>
        <p:spPr>
          <a:xfrm flipH="1">
            <a:off x="5152015" y="1117321"/>
            <a:ext cx="1044709" cy="516580"/>
          </a:xfrm>
          <a:prstGeom prst="line">
            <a:avLst/>
          </a:prstGeom>
          <a:ln>
            <a:solidFill>
              <a:schemeClr val="accent4">
                <a:lumMod val="60000"/>
                <a:lumOff val="40000"/>
              </a:schemeClr>
            </a:solidFill>
            <a:prstDash val="lgDash"/>
            <a:tailEnd type="ova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48F07946-ED84-74B8-9745-13CAF8F88AC1}"/>
              </a:ext>
            </a:extLst>
          </p:cNvPr>
          <p:cNvCxnSpPr>
            <a:cxnSpLocks/>
          </p:cNvCxnSpPr>
          <p:nvPr/>
        </p:nvCxnSpPr>
        <p:spPr>
          <a:xfrm flipH="1">
            <a:off x="4357474" y="3823325"/>
            <a:ext cx="1811137" cy="1030781"/>
          </a:xfrm>
          <a:prstGeom prst="line">
            <a:avLst/>
          </a:prstGeom>
          <a:ln>
            <a:solidFill>
              <a:schemeClr val="accent4">
                <a:lumMod val="60000"/>
                <a:lumOff val="40000"/>
              </a:schemeClr>
            </a:solidFill>
            <a:prstDash val="lgDash"/>
            <a:tailEnd type="ova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4DD156EF-9DB5-145E-F15F-C0499469B4EF}"/>
              </a:ext>
            </a:extLst>
          </p:cNvPr>
          <p:cNvGrpSpPr/>
          <p:nvPr/>
        </p:nvGrpSpPr>
        <p:grpSpPr>
          <a:xfrm>
            <a:off x="4128305" y="4617145"/>
            <a:ext cx="713853" cy="467100"/>
            <a:chOff x="3903980" y="4967279"/>
            <a:chExt cx="981823" cy="642442"/>
          </a:xfrm>
        </p:grpSpPr>
        <p:sp>
          <p:nvSpPr>
            <p:cNvPr id="52" name="Oval 8">
              <a:extLst>
                <a:ext uri="{FF2B5EF4-FFF2-40B4-BE49-F238E27FC236}">
                  <a16:creationId xmlns:a16="http://schemas.microsoft.com/office/drawing/2014/main" id="{BF56425C-7732-9203-EF81-23051357753E}"/>
                </a:ext>
              </a:extLst>
            </p:cNvPr>
            <p:cNvSpPr>
              <a:spLocks noChangeArrowheads="1"/>
            </p:cNvSpPr>
            <p:nvPr/>
          </p:nvSpPr>
          <p:spPr bwMode="auto">
            <a:xfrm>
              <a:off x="3903980" y="4999061"/>
              <a:ext cx="981823" cy="610660"/>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53" name="Oval 11">
              <a:extLst>
                <a:ext uri="{FF2B5EF4-FFF2-40B4-BE49-F238E27FC236}">
                  <a16:creationId xmlns:a16="http://schemas.microsoft.com/office/drawing/2014/main" id="{1F2D4D8C-E962-612E-2639-C5C5A751638B}"/>
                </a:ext>
              </a:extLst>
            </p:cNvPr>
            <p:cNvSpPr>
              <a:spLocks noChangeArrowheads="1"/>
            </p:cNvSpPr>
            <p:nvPr/>
          </p:nvSpPr>
          <p:spPr bwMode="auto">
            <a:xfrm>
              <a:off x="3903980" y="4967279"/>
              <a:ext cx="981823" cy="611795"/>
            </a:xfrm>
            <a:prstGeom prst="ellipse">
              <a:avLst/>
            </a:prstGeom>
            <a:gradFill>
              <a:gsLst>
                <a:gs pos="53000">
                  <a:srgbClr val="C3C6C5"/>
                </a:gs>
                <a:gs pos="0">
                  <a:srgbClr val="ADB1B2"/>
                </a:gs>
                <a:gs pos="100000">
                  <a:srgbClr val="DEDEDA"/>
                </a:gs>
              </a:gsLst>
              <a:lin ang="4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sp>
          <p:nvSpPr>
            <p:cNvPr id="54" name="Oval 53">
              <a:extLst>
                <a:ext uri="{FF2B5EF4-FFF2-40B4-BE49-F238E27FC236}">
                  <a16:creationId xmlns:a16="http://schemas.microsoft.com/office/drawing/2014/main" id="{76BC1468-E688-32C1-C05F-712EAFAFCAD9}"/>
                </a:ext>
              </a:extLst>
            </p:cNvPr>
            <p:cNvSpPr/>
            <p:nvPr/>
          </p:nvSpPr>
          <p:spPr>
            <a:xfrm>
              <a:off x="4056144" y="5033785"/>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5" name="Picture 54">
            <a:extLst>
              <a:ext uri="{FF2B5EF4-FFF2-40B4-BE49-F238E27FC236}">
                <a16:creationId xmlns:a16="http://schemas.microsoft.com/office/drawing/2014/main" id="{38A23CAD-1C4D-FBD8-F164-4FF3ED8F71B7}"/>
              </a:ext>
            </a:extLst>
          </p:cNvPr>
          <p:cNvPicPr>
            <a:picLocks noChangeAspect="1"/>
          </p:cNvPicPr>
          <p:nvPr/>
        </p:nvPicPr>
        <p:blipFill>
          <a:blip r:embed="rId6">
            <a:extLst>
              <a:ext uri="{28A0092B-C50C-407E-A947-70E740481C1C}">
                <a14:useLocalDpi xmlns:a14="http://schemas.microsoft.com/office/drawing/2010/main" val="0"/>
              </a:ext>
            </a:extLst>
          </a:blip>
          <a:srcRect t="21519" b="21519"/>
          <a:stretch/>
        </p:blipFill>
        <p:spPr>
          <a:xfrm>
            <a:off x="3635892" y="3755364"/>
            <a:ext cx="1637857" cy="1278189"/>
          </a:xfrm>
          <a:prstGeom prst="rect">
            <a:avLst/>
          </a:prstGeom>
        </p:spPr>
      </p:pic>
      <p:grpSp>
        <p:nvGrpSpPr>
          <p:cNvPr id="31" name="Group 30">
            <a:extLst>
              <a:ext uri="{FF2B5EF4-FFF2-40B4-BE49-F238E27FC236}">
                <a16:creationId xmlns:a16="http://schemas.microsoft.com/office/drawing/2014/main" id="{2093415E-3C13-E269-854E-915D38E976BF}"/>
              </a:ext>
            </a:extLst>
          </p:cNvPr>
          <p:cNvGrpSpPr/>
          <p:nvPr/>
        </p:nvGrpSpPr>
        <p:grpSpPr>
          <a:xfrm>
            <a:off x="6008813" y="914721"/>
            <a:ext cx="594224" cy="389509"/>
            <a:chOff x="6794567" y="2420390"/>
            <a:chExt cx="981823" cy="643577"/>
          </a:xfrm>
        </p:grpSpPr>
        <p:sp>
          <p:nvSpPr>
            <p:cNvPr id="10" name="Oval 7">
              <a:extLst>
                <a:ext uri="{FF2B5EF4-FFF2-40B4-BE49-F238E27FC236}">
                  <a16:creationId xmlns:a16="http://schemas.microsoft.com/office/drawing/2014/main" id="{DA24ED9B-A91D-6FAF-C55D-AC66F6D7B7E6}"/>
                </a:ext>
              </a:extLst>
            </p:cNvPr>
            <p:cNvSpPr>
              <a:spLocks noChangeArrowheads="1"/>
            </p:cNvSpPr>
            <p:nvPr/>
          </p:nvSpPr>
          <p:spPr bwMode="auto">
            <a:xfrm>
              <a:off x="6794567" y="2452172"/>
              <a:ext cx="981823" cy="611795"/>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13" name="Oval 10">
              <a:extLst>
                <a:ext uri="{FF2B5EF4-FFF2-40B4-BE49-F238E27FC236}">
                  <a16:creationId xmlns:a16="http://schemas.microsoft.com/office/drawing/2014/main" id="{4C980DDD-85DF-469C-CEA0-124E66AFB759}"/>
                </a:ext>
              </a:extLst>
            </p:cNvPr>
            <p:cNvSpPr>
              <a:spLocks noChangeArrowheads="1"/>
            </p:cNvSpPr>
            <p:nvPr/>
          </p:nvSpPr>
          <p:spPr bwMode="auto">
            <a:xfrm>
              <a:off x="6794567" y="2420390"/>
              <a:ext cx="981823" cy="611795"/>
            </a:xfrm>
            <a:prstGeom prst="ellipse">
              <a:avLst/>
            </a:prstGeom>
            <a:gradFill>
              <a:gsLst>
                <a:gs pos="53000">
                  <a:srgbClr val="C3C6C5"/>
                </a:gs>
                <a:gs pos="0">
                  <a:srgbClr val="ADB1B2"/>
                </a:gs>
                <a:gs pos="100000">
                  <a:srgbClr val="DEDEDA"/>
                </a:gs>
              </a:gsLst>
              <a:lin ang="4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62" name="Oval 161">
              <a:extLst>
                <a:ext uri="{FF2B5EF4-FFF2-40B4-BE49-F238E27FC236}">
                  <a16:creationId xmlns:a16="http://schemas.microsoft.com/office/drawing/2014/main" id="{4DE50A44-4883-2816-89BF-4DCDFAFD2E3E}"/>
                </a:ext>
              </a:extLst>
            </p:cNvPr>
            <p:cNvSpPr/>
            <p:nvPr/>
          </p:nvSpPr>
          <p:spPr>
            <a:xfrm>
              <a:off x="6980289" y="2502954"/>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pic>
        <p:nvPicPr>
          <p:cNvPr id="7" name="Picture 6">
            <a:extLst>
              <a:ext uri="{FF2B5EF4-FFF2-40B4-BE49-F238E27FC236}">
                <a16:creationId xmlns:a16="http://schemas.microsoft.com/office/drawing/2014/main" id="{BEC9CF66-5B2A-8B88-5A3F-05305D70BD59}"/>
              </a:ext>
            </a:extLst>
          </p:cNvPr>
          <p:cNvPicPr>
            <a:picLocks noChangeAspect="1"/>
          </p:cNvPicPr>
          <p:nvPr/>
        </p:nvPicPr>
        <p:blipFill>
          <a:blip r:embed="rId7">
            <a:extLst>
              <a:ext uri="{28A0092B-C50C-407E-A947-70E740481C1C}">
                <a14:useLocalDpi xmlns:a14="http://schemas.microsoft.com/office/drawing/2010/main" val="0"/>
              </a:ext>
            </a:extLst>
          </a:blip>
          <a:srcRect t="381" b="381"/>
          <a:stretch/>
        </p:blipFill>
        <p:spPr>
          <a:xfrm>
            <a:off x="5807585" y="30165"/>
            <a:ext cx="969916" cy="1329424"/>
          </a:xfrm>
          <a:prstGeom prst="rect">
            <a:avLst/>
          </a:prstGeom>
        </p:spPr>
      </p:pic>
      <p:cxnSp>
        <p:nvCxnSpPr>
          <p:cNvPr id="130" name="Straight Connector 129">
            <a:extLst>
              <a:ext uri="{FF2B5EF4-FFF2-40B4-BE49-F238E27FC236}">
                <a16:creationId xmlns:a16="http://schemas.microsoft.com/office/drawing/2014/main" id="{FFB071BA-3699-547A-88DA-56E58AA76999}"/>
              </a:ext>
            </a:extLst>
          </p:cNvPr>
          <p:cNvCxnSpPr>
            <a:cxnSpLocks/>
          </p:cNvCxnSpPr>
          <p:nvPr/>
        </p:nvCxnSpPr>
        <p:spPr>
          <a:xfrm flipH="1">
            <a:off x="10623840" y="4867724"/>
            <a:ext cx="1121178" cy="638101"/>
          </a:xfrm>
          <a:prstGeom prst="line">
            <a:avLst/>
          </a:prstGeom>
          <a:ln>
            <a:solidFill>
              <a:schemeClr val="accent4">
                <a:lumMod val="60000"/>
                <a:lumOff val="40000"/>
              </a:schemeClr>
            </a:solidFill>
            <a:prstDash val="lgDash"/>
            <a:tailEnd type="ova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82A65DC2-C534-A371-7CE6-BB20A2D799DB}"/>
              </a:ext>
            </a:extLst>
          </p:cNvPr>
          <p:cNvPicPr>
            <a:picLocks noChangeAspect="1"/>
          </p:cNvPicPr>
          <p:nvPr/>
        </p:nvPicPr>
        <p:blipFill>
          <a:blip r:embed="rId8">
            <a:extLst>
              <a:ext uri="{28A0092B-C50C-407E-A947-70E740481C1C}">
                <a14:useLocalDpi xmlns:a14="http://schemas.microsoft.com/office/drawing/2010/main" val="0"/>
              </a:ext>
            </a:extLst>
          </a:blip>
          <a:srcRect t="373" b="373"/>
          <a:stretch/>
        </p:blipFill>
        <p:spPr>
          <a:xfrm>
            <a:off x="10139198" y="4904130"/>
            <a:ext cx="1259384" cy="1726439"/>
          </a:xfrm>
          <a:prstGeom prst="rect">
            <a:avLst/>
          </a:prstGeom>
        </p:spPr>
      </p:pic>
    </p:spTree>
    <p:extLst>
      <p:ext uri="{BB962C8B-B14F-4D97-AF65-F5344CB8AC3E}">
        <p14:creationId xmlns:p14="http://schemas.microsoft.com/office/powerpoint/2010/main" val="24763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FFD"/>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B886CC4-BE23-141F-B94A-973DCD421013}"/>
              </a:ext>
            </a:extLst>
          </p:cNvPr>
          <p:cNvPicPr>
            <a:picLocks noChangeAspect="1"/>
          </p:cNvPicPr>
          <p:nvPr/>
        </p:nvPicPr>
        <p:blipFill>
          <a:blip r:embed="rId2">
            <a:extLst>
              <a:ext uri="{28A0092B-C50C-407E-A947-70E740481C1C}">
                <a14:useLocalDpi xmlns:a14="http://schemas.microsoft.com/office/drawing/2010/main" val="0"/>
              </a:ext>
            </a:extLst>
          </a:blip>
          <a:srcRect r="11635" b="6829"/>
          <a:stretch>
            <a:fillRect/>
          </a:stretch>
        </p:blipFill>
        <p:spPr>
          <a:xfrm>
            <a:off x="7484951" y="-1"/>
            <a:ext cx="4707049" cy="6858001"/>
          </a:xfrm>
          <a:prstGeom prst="rect">
            <a:avLst/>
          </a:prstGeom>
        </p:spPr>
      </p:pic>
      <p:sp>
        <p:nvSpPr>
          <p:cNvPr id="5" name="Title 4">
            <a:extLst>
              <a:ext uri="{FF2B5EF4-FFF2-40B4-BE49-F238E27FC236}">
                <a16:creationId xmlns:a16="http://schemas.microsoft.com/office/drawing/2014/main" id="{87495AA1-B723-BEA0-C0DB-CBE5E211E21B}"/>
              </a:ext>
            </a:extLst>
          </p:cNvPr>
          <p:cNvSpPr>
            <a:spLocks noGrp="1"/>
          </p:cNvSpPr>
          <p:nvPr>
            <p:ph type="title"/>
          </p:nvPr>
        </p:nvSpPr>
        <p:spPr/>
        <p:txBody>
          <a:bodyPr/>
          <a:lstStyle/>
          <a:p>
            <a:r>
              <a:rPr lang="en-US" dirty="0"/>
              <a:t>Morgan </a:t>
            </a:r>
            <a:r>
              <a:rPr lang="en-US" b="0" dirty="0"/>
              <a:t>|</a:t>
            </a:r>
            <a:r>
              <a:rPr lang="en-US" dirty="0"/>
              <a:t> </a:t>
            </a:r>
            <a:r>
              <a:rPr lang="en-US" dirty="0">
                <a:solidFill>
                  <a:schemeClr val="accent1"/>
                </a:solidFill>
              </a:rPr>
              <a:t>Next Steps </a:t>
            </a:r>
          </a:p>
        </p:txBody>
      </p:sp>
      <p:sp>
        <p:nvSpPr>
          <p:cNvPr id="6" name="Text Placeholder 5">
            <a:extLst>
              <a:ext uri="{FF2B5EF4-FFF2-40B4-BE49-F238E27FC236}">
                <a16:creationId xmlns:a16="http://schemas.microsoft.com/office/drawing/2014/main" id="{A7F3F64B-7172-91C2-B118-976257270C26}"/>
              </a:ext>
            </a:extLst>
          </p:cNvPr>
          <p:cNvSpPr>
            <a:spLocks noGrp="1"/>
          </p:cNvSpPr>
          <p:nvPr>
            <p:ph type="body" sz="quarter" idx="13"/>
          </p:nvPr>
        </p:nvSpPr>
        <p:spPr>
          <a:xfrm>
            <a:off x="571500" y="1302781"/>
            <a:ext cx="7795752" cy="403680"/>
          </a:xfrm>
        </p:spPr>
        <p:txBody>
          <a:bodyPr/>
          <a:lstStyle/>
          <a:p>
            <a:r>
              <a:rPr lang="en-US" sz="1800" dirty="0"/>
              <a:t>The immediate focus is to </a:t>
            </a:r>
            <a:r>
              <a:rPr lang="en-US" sz="1800" b="1" dirty="0">
                <a:solidFill>
                  <a:schemeClr val="accent1"/>
                </a:solidFill>
              </a:rPr>
              <a:t>validate how we could technically deliver Morgan</a:t>
            </a:r>
            <a:r>
              <a:rPr lang="en-US" sz="1800" dirty="0"/>
              <a:t>, align on the right build path, and shape a small, testable prototype. By firming up feasibility, personas, and meeting participation mechanics, we can </a:t>
            </a:r>
            <a:r>
              <a:rPr lang="en-US" sz="1800" b="1" dirty="0">
                <a:solidFill>
                  <a:schemeClr val="accent1"/>
                </a:solidFill>
              </a:rPr>
              <a:t>quickly confirm what’s realistic </a:t>
            </a:r>
            <a:r>
              <a:rPr lang="en-US" sz="1800" dirty="0"/>
              <a:t>and move into controlled experimentation with confidence.</a:t>
            </a:r>
          </a:p>
        </p:txBody>
      </p:sp>
      <p:pic>
        <p:nvPicPr>
          <p:cNvPr id="19" name="Graphic 18" descr="Document icon">
            <a:extLst>
              <a:ext uri="{FF2B5EF4-FFF2-40B4-BE49-F238E27FC236}">
                <a16:creationId xmlns:a16="http://schemas.microsoft.com/office/drawing/2014/main" id="{1F79A11A-BBDD-2169-8AF3-A65778FD1C8A}"/>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16698" y="2958806"/>
            <a:ext cx="457200" cy="457200"/>
          </a:xfrm>
          <a:prstGeom prst="rect">
            <a:avLst/>
          </a:prstGeom>
        </p:spPr>
      </p:pic>
      <p:sp>
        <p:nvSpPr>
          <p:cNvPr id="7" name="object 3">
            <a:extLst>
              <a:ext uri="{FF2B5EF4-FFF2-40B4-BE49-F238E27FC236}">
                <a16:creationId xmlns:a16="http://schemas.microsoft.com/office/drawing/2014/main" id="{D147EECF-AEF3-6EEA-2D11-64AA4285BFEF}"/>
              </a:ext>
            </a:extLst>
          </p:cNvPr>
          <p:cNvSpPr txBox="1"/>
          <p:nvPr/>
        </p:nvSpPr>
        <p:spPr>
          <a:xfrm>
            <a:off x="571500" y="3500971"/>
            <a:ext cx="2231136" cy="980345"/>
          </a:xfrm>
          <a:prstGeom prst="rect">
            <a:avLst/>
          </a:prstGeom>
        </p:spPr>
        <p:txBody>
          <a:bodyPr vert="horz" wrap="square" lIns="0" tIns="9625" rIns="0" bIns="0" rtlCol="0">
            <a:noAutofit/>
          </a:bodyPr>
          <a:lstStyle/>
          <a:p>
            <a:pPr lvl="0">
              <a:lnSpc>
                <a:spcPct val="110000"/>
              </a:lnSpc>
              <a:spcAft>
                <a:spcPts val="1000"/>
              </a:spcAft>
            </a:pPr>
            <a:r>
              <a:rPr lang="en-US" sz="1200" b="1" dirty="0">
                <a:solidFill>
                  <a:srgbClr val="000000"/>
                </a:solidFill>
              </a:rPr>
              <a:t>Draft Concept</a:t>
            </a:r>
          </a:p>
          <a:p>
            <a:pPr lvl="0">
              <a:lnSpc>
                <a:spcPct val="110000"/>
              </a:lnSpc>
              <a:spcAft>
                <a:spcPts val="1000"/>
              </a:spcAft>
            </a:pPr>
            <a:r>
              <a:rPr kumimoji="0" lang="en-US" sz="1200" b="0" i="0" u="none" strike="noStrike" kern="1200" cap="none" spc="0" normalizeH="0" baseline="0" noProof="0" dirty="0">
                <a:ln>
                  <a:noFill/>
                </a:ln>
                <a:solidFill>
                  <a:srgbClr val="000000"/>
                </a:solidFill>
                <a:effectLst/>
                <a:uLnTx/>
                <a:uFillTx/>
                <a:latin typeface="Avenir Next LT Pro"/>
                <a:ea typeface="+mn-ea"/>
                <a:cs typeface="+mn-cs"/>
              </a:rPr>
              <a:t>Prepare the one-pager </a:t>
            </a:r>
            <a:r>
              <a:rPr kumimoji="0" lang="en-US" sz="1200" b="0" i="0" u="none" strike="noStrike" kern="1200" cap="none" spc="0" normalizeH="0" baseline="0" noProof="0" dirty="0" err="1">
                <a:ln>
                  <a:noFill/>
                </a:ln>
                <a:solidFill>
                  <a:srgbClr val="000000"/>
                </a:solidFill>
                <a:effectLst/>
                <a:uLnTx/>
                <a:uFillTx/>
                <a:latin typeface="Avenir Next LT Pro"/>
                <a:ea typeface="+mn-ea"/>
                <a:cs typeface="+mn-cs"/>
              </a:rPr>
              <a:t>summarising</a:t>
            </a:r>
            <a:r>
              <a:rPr kumimoji="0" lang="en-US" sz="1200" b="0" i="0" u="none" strike="noStrike" kern="1200" cap="none" spc="0" normalizeH="0" baseline="0" noProof="0" dirty="0">
                <a:ln>
                  <a:noFill/>
                </a:ln>
                <a:solidFill>
                  <a:srgbClr val="000000"/>
                </a:solidFill>
                <a:effectLst/>
                <a:uLnTx/>
                <a:uFillTx/>
                <a:latin typeface="Avenir Next LT Pro"/>
                <a:ea typeface="+mn-ea"/>
                <a:cs typeface="+mn-cs"/>
              </a:rPr>
              <a:t> ambition and phases.</a:t>
            </a:r>
            <a:endParaRPr kumimoji="0" sz="1200" b="0" i="0" u="none" strike="noStrike" kern="1200" cap="none" spc="0" normalizeH="0" baseline="0" noProof="0" dirty="0">
              <a:ln>
                <a:noFill/>
              </a:ln>
              <a:solidFill>
                <a:srgbClr val="000000"/>
              </a:solidFill>
              <a:effectLst/>
              <a:uLnTx/>
              <a:uFillTx/>
              <a:latin typeface="Avenir Next LT Pro"/>
              <a:ea typeface="+mn-ea"/>
              <a:cs typeface="+mn-cs"/>
            </a:endParaRPr>
          </a:p>
        </p:txBody>
      </p:sp>
      <p:pic>
        <p:nvPicPr>
          <p:cNvPr id="20" name="Graphic 19" descr="Engineering / infrastructure icon">
            <a:extLst>
              <a:ext uri="{FF2B5EF4-FFF2-40B4-BE49-F238E27FC236}">
                <a16:creationId xmlns:a16="http://schemas.microsoft.com/office/drawing/2014/main" id="{959F53A5-3C40-63C6-D947-575DD9EFA8F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409677" y="2958806"/>
            <a:ext cx="457200" cy="457200"/>
          </a:xfrm>
          <a:prstGeom prst="rect">
            <a:avLst/>
          </a:prstGeom>
        </p:spPr>
      </p:pic>
      <p:sp>
        <p:nvSpPr>
          <p:cNvPr id="9" name="object 5">
            <a:extLst>
              <a:ext uri="{FF2B5EF4-FFF2-40B4-BE49-F238E27FC236}">
                <a16:creationId xmlns:a16="http://schemas.microsoft.com/office/drawing/2014/main" id="{6C1E6713-B038-DFBB-BEF4-AF6C73D55D86}"/>
              </a:ext>
            </a:extLst>
          </p:cNvPr>
          <p:cNvSpPr txBox="1">
            <a:spLocks/>
          </p:cNvSpPr>
          <p:nvPr/>
        </p:nvSpPr>
        <p:spPr>
          <a:xfrm>
            <a:off x="3409677" y="3500971"/>
            <a:ext cx="2231136" cy="980345"/>
          </a:xfrm>
          <a:prstGeom prst="rect">
            <a:avLst/>
          </a:prstGeom>
        </p:spPr>
        <p:txBody>
          <a:bodyPr vert="horz" wrap="square" lIns="0" tIns="9625" rIns="0" bIns="0" rtlCol="0">
            <a:noAutofit/>
          </a:bodyPr>
          <a:lstStyle/>
          <a:p>
            <a:pPr marR="3080" lvl="0">
              <a:lnSpc>
                <a:spcPct val="110000"/>
              </a:lnSpc>
              <a:spcAft>
                <a:spcPts val="1000"/>
              </a:spcAft>
            </a:pPr>
            <a:r>
              <a:rPr lang="en-US" sz="1200" b="1" dirty="0">
                <a:solidFill>
                  <a:srgbClr val="000000"/>
                </a:solidFill>
              </a:rPr>
              <a:t>Tech Sounding</a:t>
            </a:r>
          </a:p>
          <a:p>
            <a:pPr marR="3080" lvl="0">
              <a:lnSpc>
                <a:spcPct val="110000"/>
              </a:lnSpc>
              <a:spcAft>
                <a:spcPts val="1000"/>
              </a:spcAft>
            </a:pPr>
            <a:r>
              <a:rPr lang="en-US" sz="1200" dirty="0">
                <a:solidFill>
                  <a:srgbClr val="000000"/>
                </a:solidFill>
              </a:rPr>
              <a:t>Richard to validate feasibility with Microsoft contacts.</a:t>
            </a:r>
            <a:endParaRPr kumimoji="0" lang="en-US" sz="1200" b="0" i="0" u="none" strike="noStrike" kern="1200" cap="none" spc="0" normalizeH="0" baseline="0" noProof="0" dirty="0">
              <a:ln>
                <a:noFill/>
              </a:ln>
              <a:solidFill>
                <a:srgbClr val="000000"/>
              </a:solidFill>
              <a:effectLst/>
              <a:uLnTx/>
              <a:uFillTx/>
              <a:latin typeface="Avenir Next LT Pro"/>
              <a:ea typeface="+mn-ea"/>
              <a:cs typeface="+mn-cs"/>
            </a:endParaRPr>
          </a:p>
        </p:txBody>
      </p:sp>
      <p:pic>
        <p:nvPicPr>
          <p:cNvPr id="22" name="Graphic 21" descr="Technology">
            <a:extLst>
              <a:ext uri="{FF2B5EF4-FFF2-40B4-BE49-F238E27FC236}">
                <a16:creationId xmlns:a16="http://schemas.microsoft.com/office/drawing/2014/main" id="{ED6B9C85-1E90-4C4C-91D3-57183934A5D2}"/>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214650" y="2958806"/>
            <a:ext cx="457200" cy="457200"/>
          </a:xfrm>
          <a:prstGeom prst="rect">
            <a:avLst/>
          </a:prstGeom>
        </p:spPr>
      </p:pic>
      <p:sp>
        <p:nvSpPr>
          <p:cNvPr id="11" name="object 7">
            <a:extLst>
              <a:ext uri="{FF2B5EF4-FFF2-40B4-BE49-F238E27FC236}">
                <a16:creationId xmlns:a16="http://schemas.microsoft.com/office/drawing/2014/main" id="{07877E17-0122-9906-5D57-2B2F93721D40}"/>
              </a:ext>
            </a:extLst>
          </p:cNvPr>
          <p:cNvSpPr txBox="1">
            <a:spLocks/>
          </p:cNvSpPr>
          <p:nvPr/>
        </p:nvSpPr>
        <p:spPr>
          <a:xfrm>
            <a:off x="6214650" y="3500971"/>
            <a:ext cx="2231136" cy="980345"/>
          </a:xfrm>
          <a:prstGeom prst="rect">
            <a:avLst/>
          </a:prstGeom>
        </p:spPr>
        <p:txBody>
          <a:bodyPr vert="horz" wrap="square" lIns="0" tIns="9625" rIns="0" bIns="0" rtlCol="0">
            <a:noAutofit/>
          </a:bodyPr>
          <a:lstStyle/>
          <a:p>
            <a:pPr marR="3080" lvl="0">
              <a:lnSpc>
                <a:spcPct val="110000"/>
              </a:lnSpc>
              <a:spcAft>
                <a:spcPts val="1000"/>
              </a:spcAft>
            </a:pPr>
            <a:r>
              <a:rPr lang="en-US" sz="1200" b="1" dirty="0">
                <a:solidFill>
                  <a:srgbClr val="000000"/>
                </a:solidFill>
              </a:rPr>
              <a:t>Foundry Check</a:t>
            </a:r>
          </a:p>
          <a:p>
            <a:pPr marR="3080" lvl="0">
              <a:lnSpc>
                <a:spcPct val="110000"/>
              </a:lnSpc>
              <a:spcAft>
                <a:spcPts val="1000"/>
              </a:spcAft>
            </a:pPr>
            <a:r>
              <a:rPr lang="en-US" sz="1200" dirty="0">
                <a:solidFill>
                  <a:srgbClr val="000000"/>
                </a:solidFill>
              </a:rPr>
              <a:t>Assess whether this is a viable build route.</a:t>
            </a:r>
            <a:endParaRPr kumimoji="0" lang="en-US" sz="1200" b="0" i="0" u="none" strike="noStrike" kern="1200" cap="none" spc="0" normalizeH="0" baseline="0" noProof="0" dirty="0">
              <a:ln>
                <a:noFill/>
              </a:ln>
              <a:solidFill>
                <a:srgbClr val="000000"/>
              </a:solidFill>
              <a:effectLst/>
              <a:uLnTx/>
              <a:uFillTx/>
              <a:latin typeface="Avenir Next LT Pro"/>
              <a:ea typeface="+mn-ea"/>
              <a:cs typeface="+mn-cs"/>
            </a:endParaRPr>
          </a:p>
        </p:txBody>
      </p:sp>
      <p:pic>
        <p:nvPicPr>
          <p:cNvPr id="21" name="Graphic 20" descr="People icon">
            <a:extLst>
              <a:ext uri="{FF2B5EF4-FFF2-40B4-BE49-F238E27FC236}">
                <a16:creationId xmlns:a16="http://schemas.microsoft.com/office/drawing/2014/main" id="{54FA632A-FD30-F603-8F59-A13050AA76A6}"/>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70049" y="4620097"/>
            <a:ext cx="457200" cy="457200"/>
          </a:xfrm>
          <a:prstGeom prst="rect">
            <a:avLst/>
          </a:prstGeom>
        </p:spPr>
      </p:pic>
      <p:sp>
        <p:nvSpPr>
          <p:cNvPr id="26" name="object 3">
            <a:extLst>
              <a:ext uri="{FF2B5EF4-FFF2-40B4-BE49-F238E27FC236}">
                <a16:creationId xmlns:a16="http://schemas.microsoft.com/office/drawing/2014/main" id="{5FF55CC2-BE15-437F-B0ED-FE1122B6193D}"/>
              </a:ext>
            </a:extLst>
          </p:cNvPr>
          <p:cNvSpPr txBox="1">
            <a:spLocks/>
          </p:cNvSpPr>
          <p:nvPr/>
        </p:nvSpPr>
        <p:spPr>
          <a:xfrm>
            <a:off x="571500" y="5145988"/>
            <a:ext cx="2231136" cy="980345"/>
          </a:xfrm>
          <a:prstGeom prst="rect">
            <a:avLst/>
          </a:prstGeom>
        </p:spPr>
        <p:txBody>
          <a:bodyPr vert="horz" wrap="square" lIns="0" tIns="9625" rIns="0" bIns="0" rtlCol="0">
            <a:noAutofit/>
          </a:bodyPr>
          <a:lstStyle/>
          <a:p>
            <a:pPr marL="0" marR="0" lvl="0" indent="0" algn="l" defTabSz="914400" rtl="0" eaLnBrk="1" fontAlgn="auto" latinLnBrk="0" hangingPunct="1">
              <a:lnSpc>
                <a:spcPct val="110000"/>
              </a:lnSpc>
              <a:spcBef>
                <a:spcPts val="0"/>
              </a:spcBef>
              <a:spcAft>
                <a:spcPts val="1000"/>
              </a:spcAft>
              <a:buClrTx/>
              <a:buSzTx/>
              <a:buFontTx/>
              <a:buNone/>
              <a:tabLst/>
              <a:defRPr/>
            </a:pPr>
            <a:r>
              <a:rPr lang="en-US" sz="1200" b="1" dirty="0">
                <a:solidFill>
                  <a:srgbClr val="000000"/>
                </a:solidFill>
                <a:latin typeface="Avenir Next LT Pro"/>
              </a:rPr>
              <a:t>Persona Design</a:t>
            </a:r>
            <a:endParaRPr kumimoji="0" sz="1200" b="1" i="0" u="none" strike="noStrike" kern="1200" cap="none" spc="0" normalizeH="0" baseline="0" noProof="0" dirty="0">
              <a:ln>
                <a:noFill/>
              </a:ln>
              <a:solidFill>
                <a:srgbClr val="000000"/>
              </a:solidFill>
              <a:effectLst/>
              <a:uLnTx/>
              <a:uFillTx/>
              <a:latin typeface="Avenir Next LT Pro"/>
              <a:ea typeface="+mn-ea"/>
              <a:cs typeface="+mn-cs"/>
            </a:endParaRPr>
          </a:p>
          <a:p>
            <a:pPr marR="3080" lvl="0">
              <a:lnSpc>
                <a:spcPct val="110000"/>
              </a:lnSpc>
              <a:spcAft>
                <a:spcPts val="1000"/>
              </a:spcAft>
            </a:pPr>
            <a:r>
              <a:rPr lang="en-US" sz="1200" dirty="0">
                <a:solidFill>
                  <a:srgbClr val="000000"/>
                </a:solidFill>
              </a:rPr>
              <a:t>Define initial personas and </a:t>
            </a:r>
            <a:r>
              <a:rPr lang="en-US" sz="1200" dirty="0" err="1">
                <a:solidFill>
                  <a:srgbClr val="000000"/>
                </a:solidFill>
              </a:rPr>
              <a:t>behavioural</a:t>
            </a:r>
            <a:r>
              <a:rPr lang="en-US" sz="1200" dirty="0">
                <a:solidFill>
                  <a:srgbClr val="000000"/>
                </a:solidFill>
              </a:rPr>
              <a:t> boundaries.</a:t>
            </a:r>
            <a:endParaRPr kumimoji="0" sz="1200" b="0" i="0" u="none" strike="noStrike" kern="1200" cap="none" spc="0" normalizeH="0" baseline="0" noProof="0" dirty="0">
              <a:ln>
                <a:noFill/>
              </a:ln>
              <a:solidFill>
                <a:srgbClr val="000000"/>
              </a:solidFill>
              <a:effectLst/>
              <a:uLnTx/>
              <a:uFillTx/>
              <a:latin typeface="Avenir Next LT Pro"/>
              <a:ea typeface="+mn-ea"/>
              <a:cs typeface="+mn-cs"/>
            </a:endParaRPr>
          </a:p>
        </p:txBody>
      </p:sp>
      <p:pic>
        <p:nvPicPr>
          <p:cNvPr id="23" name="Graphic 22" descr="Presentation icon">
            <a:extLst>
              <a:ext uri="{FF2B5EF4-FFF2-40B4-BE49-F238E27FC236}">
                <a16:creationId xmlns:a16="http://schemas.microsoft.com/office/drawing/2014/main" id="{0E272B2F-16CD-AA33-0E5C-32ED565EA857}"/>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409677" y="4620097"/>
            <a:ext cx="457200" cy="457200"/>
          </a:xfrm>
          <a:prstGeom prst="rect">
            <a:avLst/>
          </a:prstGeom>
        </p:spPr>
      </p:pic>
      <p:sp>
        <p:nvSpPr>
          <p:cNvPr id="27" name="object 5">
            <a:extLst>
              <a:ext uri="{FF2B5EF4-FFF2-40B4-BE49-F238E27FC236}">
                <a16:creationId xmlns:a16="http://schemas.microsoft.com/office/drawing/2014/main" id="{3FA2A179-5C09-9047-DFA5-E63373D0EE81}"/>
              </a:ext>
            </a:extLst>
          </p:cNvPr>
          <p:cNvSpPr txBox="1">
            <a:spLocks/>
          </p:cNvSpPr>
          <p:nvPr/>
        </p:nvSpPr>
        <p:spPr>
          <a:xfrm>
            <a:off x="3409677" y="5145988"/>
            <a:ext cx="2231136" cy="980345"/>
          </a:xfrm>
          <a:prstGeom prst="rect">
            <a:avLst/>
          </a:prstGeom>
        </p:spPr>
        <p:txBody>
          <a:bodyPr vert="horz" wrap="square" lIns="0" tIns="9625" rIns="0" bIns="0" rtlCol="0">
            <a:noAutofit/>
          </a:bodyPr>
          <a:lstStyle/>
          <a:p>
            <a:pPr marR="3080" lvl="0">
              <a:lnSpc>
                <a:spcPct val="110000"/>
              </a:lnSpc>
              <a:spcAft>
                <a:spcPts val="1000"/>
              </a:spcAft>
            </a:pPr>
            <a:r>
              <a:rPr lang="en-US" sz="1200" b="1" dirty="0">
                <a:solidFill>
                  <a:srgbClr val="000000"/>
                </a:solidFill>
              </a:rPr>
              <a:t>Teams Feasibility</a:t>
            </a:r>
            <a:endParaRPr kumimoji="0" sz="1200" b="1" i="0" u="none" strike="noStrike" kern="1200" cap="none" spc="0" normalizeH="0" baseline="0" noProof="0" dirty="0">
              <a:ln>
                <a:noFill/>
              </a:ln>
              <a:solidFill>
                <a:srgbClr val="000000"/>
              </a:solidFill>
              <a:effectLst/>
              <a:uLnTx/>
              <a:uFillTx/>
              <a:latin typeface="Avenir Next LT Pro"/>
              <a:ea typeface="+mn-ea"/>
              <a:cs typeface="+mn-cs"/>
            </a:endParaRPr>
          </a:p>
          <a:p>
            <a:pPr marR="3080" lvl="0">
              <a:lnSpc>
                <a:spcPct val="110000"/>
              </a:lnSpc>
              <a:spcAft>
                <a:spcPts val="1000"/>
              </a:spcAft>
            </a:pPr>
            <a:r>
              <a:rPr lang="en-US" sz="1200" dirty="0">
                <a:solidFill>
                  <a:srgbClr val="000000"/>
                </a:solidFill>
              </a:rPr>
              <a:t>Confirm how an AI agent can join and listen in Teams.</a:t>
            </a:r>
            <a:endParaRPr kumimoji="0" lang="en-US" sz="1200" b="0" i="0" u="none" strike="noStrike" kern="1200" cap="none" spc="0" normalizeH="0" baseline="0" noProof="0" dirty="0">
              <a:ln>
                <a:noFill/>
              </a:ln>
              <a:solidFill>
                <a:srgbClr val="000000"/>
              </a:solidFill>
              <a:effectLst/>
              <a:uLnTx/>
              <a:uFillTx/>
              <a:latin typeface="Avenir Next LT Pro"/>
              <a:ea typeface="+mn-ea"/>
              <a:cs typeface="+mn-cs"/>
            </a:endParaRPr>
          </a:p>
        </p:txBody>
      </p:sp>
      <p:pic>
        <p:nvPicPr>
          <p:cNvPr id="24" name="Graphic 23" descr="Roadmap icon">
            <a:extLst>
              <a:ext uri="{FF2B5EF4-FFF2-40B4-BE49-F238E27FC236}">
                <a16:creationId xmlns:a16="http://schemas.microsoft.com/office/drawing/2014/main" id="{B2016DB5-C9E1-2D78-2A13-A8CAC9080433}"/>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flipH="1">
            <a:off x="6214650" y="4620097"/>
            <a:ext cx="457200" cy="457200"/>
          </a:xfrm>
          <a:prstGeom prst="rect">
            <a:avLst/>
          </a:prstGeom>
        </p:spPr>
      </p:pic>
      <p:sp>
        <p:nvSpPr>
          <p:cNvPr id="28" name="object 7">
            <a:extLst>
              <a:ext uri="{FF2B5EF4-FFF2-40B4-BE49-F238E27FC236}">
                <a16:creationId xmlns:a16="http://schemas.microsoft.com/office/drawing/2014/main" id="{0B5FA148-F4A2-77CE-242E-1FADC1147537}"/>
              </a:ext>
            </a:extLst>
          </p:cNvPr>
          <p:cNvSpPr txBox="1">
            <a:spLocks/>
          </p:cNvSpPr>
          <p:nvPr/>
        </p:nvSpPr>
        <p:spPr>
          <a:xfrm>
            <a:off x="6214650" y="5145988"/>
            <a:ext cx="2231136" cy="980345"/>
          </a:xfrm>
          <a:prstGeom prst="rect">
            <a:avLst/>
          </a:prstGeom>
        </p:spPr>
        <p:txBody>
          <a:bodyPr vert="horz" wrap="square" lIns="0" tIns="9625" rIns="0" bIns="0" rtlCol="0">
            <a:noAutofit/>
          </a:bodyPr>
          <a:lstStyle/>
          <a:p>
            <a:pPr marR="3080" lvl="0">
              <a:lnSpc>
                <a:spcPct val="110000"/>
              </a:lnSpc>
              <a:spcAft>
                <a:spcPts val="1000"/>
              </a:spcAft>
            </a:pPr>
            <a:r>
              <a:rPr lang="en-US" sz="1200" b="1" dirty="0">
                <a:solidFill>
                  <a:srgbClr val="000000"/>
                </a:solidFill>
              </a:rPr>
              <a:t>Prototype Plan</a:t>
            </a:r>
          </a:p>
          <a:p>
            <a:pPr marR="3080" lvl="0">
              <a:lnSpc>
                <a:spcPct val="110000"/>
              </a:lnSpc>
              <a:spcAft>
                <a:spcPts val="1000"/>
              </a:spcAft>
            </a:pPr>
            <a:r>
              <a:rPr lang="en-US" sz="1200" dirty="0">
                <a:solidFill>
                  <a:srgbClr val="000000"/>
                </a:solidFill>
              </a:rPr>
              <a:t>Outline scope and approach for a Phase 1 MVP.</a:t>
            </a:r>
            <a:endParaRPr kumimoji="0" lang="en-US" sz="1200" b="0" i="0" u="none" strike="noStrike" kern="1200" cap="none" spc="0" normalizeH="0" baseline="0" noProof="0" dirty="0">
              <a:ln>
                <a:noFill/>
              </a:ln>
              <a:solidFill>
                <a:srgbClr val="000000"/>
              </a:solidFill>
              <a:effectLst/>
              <a:uLnTx/>
              <a:uFillTx/>
              <a:latin typeface="Avenir Next LT Pro"/>
              <a:ea typeface="+mn-ea"/>
              <a:cs typeface="+mn-cs"/>
            </a:endParaRPr>
          </a:p>
        </p:txBody>
      </p:sp>
      <p:sp>
        <p:nvSpPr>
          <p:cNvPr id="2" name="Date Placeholder 1">
            <a:extLst>
              <a:ext uri="{FF2B5EF4-FFF2-40B4-BE49-F238E27FC236}">
                <a16:creationId xmlns:a16="http://schemas.microsoft.com/office/drawing/2014/main" id="{658ECC03-BC80-F8B6-D336-E2F1C0B790B9}"/>
              </a:ext>
              <a:ext uri="{C183D7F6-B498-43B3-948B-1728B52AA6E4}">
                <adec:decorative xmlns:adec="http://schemas.microsoft.com/office/drawing/2017/decorative" val="1"/>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2A4847-96D2-4AEE-B3DA-8E98D530CE80}" type="datetimeyyyy">
              <a:rPr kumimoji="0" lang="en-US" sz="800" b="0" i="0" u="none" strike="noStrike" kern="1200" cap="none" spc="0" normalizeH="0" baseline="0" noProof="0" smtClean="0">
                <a:ln>
                  <a:noFill/>
                </a:ln>
                <a:solidFill>
                  <a:srgbClr val="666666"/>
                </a:solidFill>
                <a:effectLst/>
                <a:uLnTx/>
                <a:uFillTx/>
                <a:latin typeface="Avenir Next LT Pro"/>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a:t>
            </a:fld>
            <a:endParaRPr kumimoji="0" lang="en-US" sz="800" b="0" i="0" u="none" strike="noStrike" kern="1200" cap="none" spc="0" normalizeH="0" baseline="0" noProof="0">
              <a:ln>
                <a:noFill/>
              </a:ln>
              <a:solidFill>
                <a:srgbClr val="666666"/>
              </a:solidFill>
              <a:effectLst/>
              <a:uLnTx/>
              <a:uFillTx/>
              <a:latin typeface="Avenir Next LT Pro"/>
              <a:ea typeface="+mn-ea"/>
              <a:cs typeface="+mn-cs"/>
            </a:endParaRPr>
          </a:p>
        </p:txBody>
      </p:sp>
      <p:sp>
        <p:nvSpPr>
          <p:cNvPr id="3" name="Footer Placeholder 2">
            <a:extLst>
              <a:ext uri="{FF2B5EF4-FFF2-40B4-BE49-F238E27FC236}">
                <a16:creationId xmlns:a16="http://schemas.microsoft.com/office/drawing/2014/main" id="{8A2F3F3E-186C-04E7-FF5D-A0DE438CF349}"/>
              </a:ext>
              <a:ext uri="{C183D7F6-B498-43B3-948B-1728B52AA6E4}">
                <adec:decorative xmlns:adec="http://schemas.microsoft.com/office/drawing/2017/decorative" val="1"/>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666666"/>
                </a:solidFill>
                <a:effectLst/>
                <a:uLnTx/>
                <a:uFillTx/>
                <a:latin typeface="Avenir Next LT Pro"/>
                <a:ea typeface="+mn-ea"/>
                <a:cs typeface="+mn-cs"/>
              </a:rPr>
              <a:t>Slalom. All Rights Reserved. Proprietary and Confidential.</a:t>
            </a:r>
          </a:p>
        </p:txBody>
      </p:sp>
      <p:sp>
        <p:nvSpPr>
          <p:cNvPr id="4" name="Slide Number Placeholder 3">
            <a:extLst>
              <a:ext uri="{FF2B5EF4-FFF2-40B4-BE49-F238E27FC236}">
                <a16:creationId xmlns:a16="http://schemas.microsoft.com/office/drawing/2014/main" id="{7793D09B-F11E-90A8-5B01-D8F76A4E0D71}"/>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643E34-DC33-45ED-8E33-EC0D5991E9A4}" type="slidenum">
              <a:rPr kumimoji="0" lang="en-US" sz="800" b="0" i="0" u="none" strike="noStrike" kern="1200" cap="none" spc="0" normalizeH="0" baseline="0" noProof="0" smtClean="0">
                <a:ln>
                  <a:noFill/>
                </a:ln>
                <a:solidFill>
                  <a:srgbClr val="666666"/>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666666"/>
              </a:solidFill>
              <a:effectLst/>
              <a:uLnTx/>
              <a:uFillTx/>
              <a:latin typeface="Avenir Next LT Pro"/>
              <a:ea typeface="+mn-ea"/>
              <a:cs typeface="+mn-cs"/>
            </a:endParaRPr>
          </a:p>
        </p:txBody>
      </p:sp>
      <p:sp>
        <p:nvSpPr>
          <p:cNvPr id="8" name="TextBox 7">
            <a:extLst>
              <a:ext uri="{FF2B5EF4-FFF2-40B4-BE49-F238E27FC236}">
                <a16:creationId xmlns:a16="http://schemas.microsoft.com/office/drawing/2014/main" id="{27A524C4-64E8-6C27-462D-0C21CC90D064}"/>
              </a:ext>
            </a:extLst>
          </p:cNvPr>
          <p:cNvSpPr txBox="1"/>
          <p:nvPr/>
        </p:nvSpPr>
        <p:spPr>
          <a:xfrm>
            <a:off x="-512064" y="5093208"/>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10000"/>
              </a:lnSpc>
              <a:spcBef>
                <a:spcPts val="10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Next LT Pro"/>
              <a:ea typeface="+mn-ea"/>
              <a:cs typeface="+mn-cs"/>
            </a:endParaRPr>
          </a:p>
        </p:txBody>
      </p:sp>
    </p:spTree>
    <p:extLst>
      <p:ext uri="{BB962C8B-B14F-4D97-AF65-F5344CB8AC3E}">
        <p14:creationId xmlns:p14="http://schemas.microsoft.com/office/powerpoint/2010/main" val="3269764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D9A47F-4A47-1412-4087-285C3C549B11}"/>
            </a:ext>
          </a:extLst>
        </p:cNvPr>
        <p:cNvGrpSpPr/>
        <p:nvPr/>
      </p:nvGrpSpPr>
      <p:grpSpPr>
        <a:xfrm>
          <a:off x="0" y="0"/>
          <a:ext cx="0" cy="0"/>
          <a:chOff x="0" y="0"/>
          <a:chExt cx="0" cy="0"/>
        </a:xfrm>
      </p:grpSpPr>
      <p:sp>
        <p:nvSpPr>
          <p:cNvPr id="8" name="Freeform 5">
            <a:extLst>
              <a:ext uri="{FF2B5EF4-FFF2-40B4-BE49-F238E27FC236}">
                <a16:creationId xmlns:a16="http://schemas.microsoft.com/office/drawing/2014/main" id="{AB55AFAC-C809-9D57-88C5-13A28CBE95B9}"/>
              </a:ext>
            </a:extLst>
          </p:cNvPr>
          <p:cNvSpPr>
            <a:spLocks noGrp="1" noRot="1" noMove="1" noResize="1" noEditPoints="1" noAdjustHandles="1" noChangeArrowheads="1" noChangeShapeType="1"/>
          </p:cNvSpPr>
          <p:nvPr/>
        </p:nvSpPr>
        <p:spPr bwMode="auto">
          <a:xfrm>
            <a:off x="1352550" y="-1588"/>
            <a:ext cx="10839450" cy="5722553"/>
          </a:xfrm>
          <a:custGeom>
            <a:avLst/>
            <a:gdLst>
              <a:gd name="T0" fmla="*/ 3147 w 3147"/>
              <a:gd name="T1" fmla="*/ 1312 h 1657"/>
              <a:gd name="T2" fmla="*/ 3147 w 3147"/>
              <a:gd name="T3" fmla="*/ 1657 h 1657"/>
              <a:gd name="T4" fmla="*/ 2364 w 3147"/>
              <a:gd name="T5" fmla="*/ 1244 h 1657"/>
              <a:gd name="T6" fmla="*/ 2096 w 3147"/>
              <a:gd name="T7" fmla="*/ 1244 h 1657"/>
              <a:gd name="T8" fmla="*/ 1818 w 3147"/>
              <a:gd name="T9" fmla="*/ 1391 h 1657"/>
              <a:gd name="T10" fmla="*/ 1720 w 3147"/>
              <a:gd name="T11" fmla="*/ 1415 h 1657"/>
              <a:gd name="T12" fmla="*/ 1622 w 3147"/>
              <a:gd name="T13" fmla="*/ 1391 h 1657"/>
              <a:gd name="T14" fmla="*/ 917 w 3147"/>
              <a:gd name="T15" fmla="*/ 1019 h 1657"/>
              <a:gd name="T16" fmla="*/ 888 w 3147"/>
              <a:gd name="T17" fmla="*/ 1004 h 1657"/>
              <a:gd name="T18" fmla="*/ 755 w 3147"/>
              <a:gd name="T19" fmla="*/ 934 h 1657"/>
              <a:gd name="T20" fmla="*/ 756 w 3147"/>
              <a:gd name="T21" fmla="*/ 742 h 1657"/>
              <a:gd name="T22" fmla="*/ 901 w 3147"/>
              <a:gd name="T23" fmla="*/ 666 h 1657"/>
              <a:gd name="T24" fmla="*/ 901 w 3147"/>
              <a:gd name="T25" fmla="*/ 475 h 1657"/>
              <a:gd name="T26" fmla="*/ 0 w 3147"/>
              <a:gd name="T27" fmla="*/ 0 h 1657"/>
              <a:gd name="T28" fmla="*/ 654 w 3147"/>
              <a:gd name="T29" fmla="*/ 0 h 1657"/>
              <a:gd name="T30" fmla="*/ 1321 w 3147"/>
              <a:gd name="T31" fmla="*/ 351 h 1657"/>
              <a:gd name="T32" fmla="*/ 1454 w 3147"/>
              <a:gd name="T33" fmla="*/ 571 h 1657"/>
              <a:gd name="T34" fmla="*/ 1322 w 3147"/>
              <a:gd name="T35" fmla="*/ 790 h 1657"/>
              <a:gd name="T36" fmla="*/ 1322 w 3147"/>
              <a:gd name="T37" fmla="*/ 887 h 1657"/>
              <a:gd name="T38" fmla="*/ 1623 w 3147"/>
              <a:gd name="T39" fmla="*/ 1046 h 1657"/>
              <a:gd name="T40" fmla="*/ 1817 w 3147"/>
              <a:gd name="T41" fmla="*/ 1046 h 1657"/>
              <a:gd name="T42" fmla="*/ 1903 w 3147"/>
              <a:gd name="T43" fmla="*/ 1001 h 1657"/>
              <a:gd name="T44" fmla="*/ 2074 w 3147"/>
              <a:gd name="T45" fmla="*/ 911 h 1657"/>
              <a:gd name="T46" fmla="*/ 2095 w 3147"/>
              <a:gd name="T47" fmla="*/ 900 h 1657"/>
              <a:gd name="T48" fmla="*/ 2363 w 3147"/>
              <a:gd name="T49" fmla="*/ 900 h 1657"/>
              <a:gd name="T50" fmla="*/ 2555 w 3147"/>
              <a:gd name="T51" fmla="*/ 1001 h 1657"/>
              <a:gd name="T52" fmla="*/ 2555 w 3147"/>
              <a:gd name="T53" fmla="*/ 1001 h 1657"/>
              <a:gd name="T54" fmla="*/ 3147 w 3147"/>
              <a:gd name="T55" fmla="*/ 1312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47" h="1657">
                <a:moveTo>
                  <a:pt x="3147" y="1312"/>
                </a:moveTo>
                <a:cubicBezTo>
                  <a:pt x="3147" y="1657"/>
                  <a:pt x="3147" y="1657"/>
                  <a:pt x="3147" y="1657"/>
                </a:cubicBezTo>
                <a:cubicBezTo>
                  <a:pt x="2364" y="1244"/>
                  <a:pt x="2364" y="1244"/>
                  <a:pt x="2364" y="1244"/>
                </a:cubicBezTo>
                <a:cubicBezTo>
                  <a:pt x="2280" y="1200"/>
                  <a:pt x="2179" y="1200"/>
                  <a:pt x="2096" y="1244"/>
                </a:cubicBezTo>
                <a:cubicBezTo>
                  <a:pt x="1818" y="1391"/>
                  <a:pt x="1818" y="1391"/>
                  <a:pt x="1818" y="1391"/>
                </a:cubicBezTo>
                <a:cubicBezTo>
                  <a:pt x="1787" y="1407"/>
                  <a:pt x="1753" y="1415"/>
                  <a:pt x="1720" y="1415"/>
                </a:cubicBezTo>
                <a:cubicBezTo>
                  <a:pt x="1686" y="1415"/>
                  <a:pt x="1652" y="1407"/>
                  <a:pt x="1622" y="1391"/>
                </a:cubicBezTo>
                <a:cubicBezTo>
                  <a:pt x="917" y="1019"/>
                  <a:pt x="917" y="1019"/>
                  <a:pt x="917" y="1019"/>
                </a:cubicBezTo>
                <a:cubicBezTo>
                  <a:pt x="888" y="1004"/>
                  <a:pt x="888" y="1004"/>
                  <a:pt x="888" y="1004"/>
                </a:cubicBezTo>
                <a:cubicBezTo>
                  <a:pt x="755" y="934"/>
                  <a:pt x="755" y="934"/>
                  <a:pt x="755" y="934"/>
                </a:cubicBezTo>
                <a:cubicBezTo>
                  <a:pt x="678" y="893"/>
                  <a:pt x="678" y="783"/>
                  <a:pt x="756" y="742"/>
                </a:cubicBezTo>
                <a:cubicBezTo>
                  <a:pt x="901" y="666"/>
                  <a:pt x="901" y="666"/>
                  <a:pt x="901" y="666"/>
                </a:cubicBezTo>
                <a:cubicBezTo>
                  <a:pt x="977" y="625"/>
                  <a:pt x="977" y="515"/>
                  <a:pt x="901" y="475"/>
                </a:cubicBezTo>
                <a:cubicBezTo>
                  <a:pt x="0" y="0"/>
                  <a:pt x="0" y="0"/>
                  <a:pt x="0" y="0"/>
                </a:cubicBezTo>
                <a:cubicBezTo>
                  <a:pt x="654" y="0"/>
                  <a:pt x="654" y="0"/>
                  <a:pt x="654" y="0"/>
                </a:cubicBezTo>
                <a:cubicBezTo>
                  <a:pt x="1321" y="351"/>
                  <a:pt x="1321" y="351"/>
                  <a:pt x="1321" y="351"/>
                </a:cubicBezTo>
                <a:cubicBezTo>
                  <a:pt x="1410" y="398"/>
                  <a:pt x="1454" y="484"/>
                  <a:pt x="1454" y="571"/>
                </a:cubicBezTo>
                <a:cubicBezTo>
                  <a:pt x="1454" y="657"/>
                  <a:pt x="1410" y="743"/>
                  <a:pt x="1322" y="790"/>
                </a:cubicBezTo>
                <a:cubicBezTo>
                  <a:pt x="1282" y="810"/>
                  <a:pt x="1282" y="867"/>
                  <a:pt x="1322" y="887"/>
                </a:cubicBezTo>
                <a:cubicBezTo>
                  <a:pt x="1623" y="1046"/>
                  <a:pt x="1623" y="1046"/>
                  <a:pt x="1623" y="1046"/>
                </a:cubicBezTo>
                <a:cubicBezTo>
                  <a:pt x="1684" y="1078"/>
                  <a:pt x="1756" y="1078"/>
                  <a:pt x="1817" y="1046"/>
                </a:cubicBezTo>
                <a:cubicBezTo>
                  <a:pt x="1903" y="1001"/>
                  <a:pt x="1903" y="1001"/>
                  <a:pt x="1903" y="1001"/>
                </a:cubicBezTo>
                <a:cubicBezTo>
                  <a:pt x="2074" y="911"/>
                  <a:pt x="2074" y="911"/>
                  <a:pt x="2074" y="911"/>
                </a:cubicBezTo>
                <a:cubicBezTo>
                  <a:pt x="2095" y="900"/>
                  <a:pt x="2095" y="900"/>
                  <a:pt x="2095" y="900"/>
                </a:cubicBezTo>
                <a:cubicBezTo>
                  <a:pt x="2179" y="856"/>
                  <a:pt x="2279" y="856"/>
                  <a:pt x="2363" y="900"/>
                </a:cubicBezTo>
                <a:cubicBezTo>
                  <a:pt x="2555" y="1001"/>
                  <a:pt x="2555" y="1001"/>
                  <a:pt x="2555" y="1001"/>
                </a:cubicBezTo>
                <a:cubicBezTo>
                  <a:pt x="2555" y="1001"/>
                  <a:pt x="2555" y="1001"/>
                  <a:pt x="2555" y="1001"/>
                </a:cubicBezTo>
                <a:lnTo>
                  <a:pt x="3147" y="1312"/>
                </a:lnTo>
                <a:close/>
              </a:path>
            </a:pathLst>
          </a:custGeom>
          <a:gradFill>
            <a:gsLst>
              <a:gs pos="100000">
                <a:srgbClr val="91B4B3"/>
              </a:gs>
              <a:gs pos="61000">
                <a:srgbClr val="829A99"/>
              </a:gs>
              <a:gs pos="0">
                <a:srgbClr val="6A7171"/>
              </a:gs>
            </a:gsLst>
            <a:lin ang="4200000" scaled="0"/>
          </a:gradFill>
          <a:ln>
            <a:noFill/>
          </a:ln>
          <a:effectLst>
            <a:innerShdw blurRad="63500" dist="50800" dir="18900000">
              <a:prstClr val="black">
                <a:alpha val="17000"/>
              </a:prstClr>
            </a:innerShdw>
          </a:effectLst>
        </p:spPr>
        <p:txBody>
          <a:bodyPr vert="horz" wrap="square" lIns="91440" tIns="45720" rIns="91440" bIns="45720" numCol="1" anchor="t" anchorCtr="0" compatLnSpc="1">
            <a:prstTxWarp prst="textNoShape">
              <a:avLst/>
            </a:prstTxWarp>
          </a:bodyPr>
          <a:lstStyle/>
          <a:p>
            <a:endParaRPr lang="id-ID" dirty="0"/>
          </a:p>
        </p:txBody>
      </p:sp>
      <p:grpSp>
        <p:nvGrpSpPr>
          <p:cNvPr id="2" name="Group 1">
            <a:extLst>
              <a:ext uri="{FF2B5EF4-FFF2-40B4-BE49-F238E27FC236}">
                <a16:creationId xmlns:a16="http://schemas.microsoft.com/office/drawing/2014/main" id="{B707D98A-67FD-79DB-BF8E-40871C0B36A6}"/>
              </a:ext>
            </a:extLst>
          </p:cNvPr>
          <p:cNvGrpSpPr/>
          <p:nvPr/>
        </p:nvGrpSpPr>
        <p:grpSpPr>
          <a:xfrm>
            <a:off x="8022191" y="1044080"/>
            <a:ext cx="4096328" cy="1044391"/>
            <a:chOff x="-103875" y="1297289"/>
            <a:chExt cx="2964167" cy="1044391"/>
          </a:xfrm>
        </p:grpSpPr>
        <p:sp>
          <p:nvSpPr>
            <p:cNvPr id="3" name="TextBox 2">
              <a:extLst>
                <a:ext uri="{FF2B5EF4-FFF2-40B4-BE49-F238E27FC236}">
                  <a16:creationId xmlns:a16="http://schemas.microsoft.com/office/drawing/2014/main" id="{6FE5CA3C-268E-04C4-3A39-F02882D5DEFF}"/>
                </a:ext>
              </a:extLst>
            </p:cNvPr>
            <p:cNvSpPr txBox="1"/>
            <p:nvPr/>
          </p:nvSpPr>
          <p:spPr>
            <a:xfrm>
              <a:off x="-103875" y="1297289"/>
              <a:ext cx="2270842" cy="276999"/>
            </a:xfrm>
            <a:prstGeom prst="rect">
              <a:avLst/>
            </a:prstGeom>
            <a:noFill/>
          </p:spPr>
          <p:txBody>
            <a:bodyPr wrap="none" lIns="0" tIns="0" rIns="0" bIns="0" rtlCol="0">
              <a:noAutofit/>
            </a:bodyPr>
            <a:lstStyle/>
            <a:p>
              <a:r>
                <a:rPr lang="en-US" sz="1600" dirty="0">
                  <a:latin typeface="Avenir Next LT Pro Demi" panose="020B0704020202020204" pitchFamily="34" charset="0"/>
                </a:rPr>
                <a:t>Step 1</a:t>
              </a:r>
            </a:p>
            <a:p>
              <a:r>
                <a:rPr lang="en-US" sz="1600" b="1" dirty="0">
                  <a:solidFill>
                    <a:srgbClr val="0C62FB"/>
                  </a:solidFill>
                  <a:latin typeface="Avenir Next LT Pro Demi" panose="020B0704020202020204" pitchFamily="34" charset="0"/>
                </a:rPr>
                <a:t>Bringing Morgan to Life</a:t>
              </a:r>
              <a:endParaRPr lang="id-ID" sz="1600" b="1" dirty="0">
                <a:solidFill>
                  <a:srgbClr val="0C62FB"/>
                </a:solidFill>
                <a:latin typeface="Avenir Next LT Pro Demi" panose="020B0704020202020204" pitchFamily="34" charset="0"/>
              </a:endParaRPr>
            </a:p>
          </p:txBody>
        </p:sp>
        <p:sp>
          <p:nvSpPr>
            <p:cNvPr id="4" name="Title 1">
              <a:extLst>
                <a:ext uri="{FF2B5EF4-FFF2-40B4-BE49-F238E27FC236}">
                  <a16:creationId xmlns:a16="http://schemas.microsoft.com/office/drawing/2014/main" id="{67783D46-9D7E-0CF2-48DF-F6D0D4984442}"/>
                </a:ext>
              </a:extLst>
            </p:cNvPr>
            <p:cNvSpPr txBox="1">
              <a:spLocks/>
            </p:cNvSpPr>
            <p:nvPr/>
          </p:nvSpPr>
          <p:spPr>
            <a:xfrm>
              <a:off x="-103875" y="1824516"/>
              <a:ext cx="2964167" cy="517164"/>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pPr algn="l"/>
              <a:r>
                <a:rPr lang="en-US" dirty="0"/>
                <a:t>The approach is to build Morgan on a Microsoft-first stack. We will engage Microsoft as an alliance partner to validate feasibility and architectural options, while also considering Slalom’s own engineering and Foundry teams for design and prototyping. The aim is to iterate quickly, close technical gaps, and establish a practical model for human–AI teaming to showcase to the CAB.</a:t>
              </a:r>
            </a:p>
          </p:txBody>
        </p:sp>
      </p:grpSp>
      <p:sp>
        <p:nvSpPr>
          <p:cNvPr id="160" name="Freeform 152">
            <a:extLst>
              <a:ext uri="{FF2B5EF4-FFF2-40B4-BE49-F238E27FC236}">
                <a16:creationId xmlns:a16="http://schemas.microsoft.com/office/drawing/2014/main" id="{2588805F-9BAE-CACC-490A-9CB355CDFEBF}"/>
              </a:ext>
            </a:extLst>
          </p:cNvPr>
          <p:cNvSpPr>
            <a:spLocks/>
          </p:cNvSpPr>
          <p:nvPr/>
        </p:nvSpPr>
        <p:spPr bwMode="auto">
          <a:xfrm>
            <a:off x="2387096" y="-13112"/>
            <a:ext cx="9804904" cy="5131802"/>
          </a:xfrm>
          <a:custGeom>
            <a:avLst/>
            <a:gdLst>
              <a:gd name="T0" fmla="*/ 2827 w 2827"/>
              <a:gd name="T1" fmla="*/ 1476 h 1476"/>
              <a:gd name="T2" fmla="*/ 2015 w 2827"/>
              <a:gd name="T3" fmla="*/ 1052 h 1476"/>
              <a:gd name="T4" fmla="*/ 1832 w 2827"/>
              <a:gd name="T5" fmla="*/ 1052 h 1476"/>
              <a:gd name="T6" fmla="*/ 1504 w 2827"/>
              <a:gd name="T7" fmla="*/ 1222 h 1476"/>
              <a:gd name="T8" fmla="*/ 1315 w 2827"/>
              <a:gd name="T9" fmla="*/ 1218 h 1476"/>
              <a:gd name="T10" fmla="*/ 760 w 2827"/>
              <a:gd name="T11" fmla="*/ 898 h 1476"/>
              <a:gd name="T12" fmla="*/ 754 w 2827"/>
              <a:gd name="T13" fmla="*/ 733 h 1476"/>
              <a:gd name="T14" fmla="*/ 851 w 2827"/>
              <a:gd name="T15" fmla="*/ 668 h 1476"/>
              <a:gd name="T16" fmla="*/ 845 w 2827"/>
              <a:gd name="T17" fmla="*/ 488 h 1476"/>
              <a:gd name="T18" fmla="*/ 0 w 2827"/>
              <a:gd name="T19" fmla="*/ 0 h 1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27" h="1476">
                <a:moveTo>
                  <a:pt x="2827" y="1476"/>
                </a:moveTo>
                <a:cubicBezTo>
                  <a:pt x="2015" y="1052"/>
                  <a:pt x="2015" y="1052"/>
                  <a:pt x="2015" y="1052"/>
                </a:cubicBezTo>
                <a:cubicBezTo>
                  <a:pt x="1958" y="1022"/>
                  <a:pt x="1889" y="1022"/>
                  <a:pt x="1832" y="1052"/>
                </a:cubicBezTo>
                <a:cubicBezTo>
                  <a:pt x="1504" y="1222"/>
                  <a:pt x="1504" y="1222"/>
                  <a:pt x="1504" y="1222"/>
                </a:cubicBezTo>
                <a:cubicBezTo>
                  <a:pt x="1444" y="1253"/>
                  <a:pt x="1373" y="1251"/>
                  <a:pt x="1315" y="1218"/>
                </a:cubicBezTo>
                <a:cubicBezTo>
                  <a:pt x="760" y="898"/>
                  <a:pt x="760" y="898"/>
                  <a:pt x="760" y="898"/>
                </a:cubicBezTo>
                <a:cubicBezTo>
                  <a:pt x="697" y="862"/>
                  <a:pt x="694" y="773"/>
                  <a:pt x="754" y="733"/>
                </a:cubicBezTo>
                <a:cubicBezTo>
                  <a:pt x="851" y="668"/>
                  <a:pt x="851" y="668"/>
                  <a:pt x="851" y="668"/>
                </a:cubicBezTo>
                <a:cubicBezTo>
                  <a:pt x="916" y="624"/>
                  <a:pt x="913" y="527"/>
                  <a:pt x="845" y="488"/>
                </a:cubicBezTo>
                <a:cubicBezTo>
                  <a:pt x="0" y="0"/>
                  <a:pt x="0" y="0"/>
                  <a:pt x="0" y="0"/>
                </a:cubicBezTo>
              </a:path>
            </a:pathLst>
          </a:custGeom>
          <a:noFill/>
          <a:ln w="15875" cap="flat">
            <a:solidFill>
              <a:schemeClr val="bg1"/>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cxnSp>
        <p:nvCxnSpPr>
          <p:cNvPr id="307" name="Straight Connector 306">
            <a:extLst>
              <a:ext uri="{FF2B5EF4-FFF2-40B4-BE49-F238E27FC236}">
                <a16:creationId xmlns:a16="http://schemas.microsoft.com/office/drawing/2014/main" id="{2F4D2520-FD08-713F-BE22-6223CEDE1618}"/>
              </a:ext>
            </a:extLst>
          </p:cNvPr>
          <p:cNvCxnSpPr>
            <a:cxnSpLocks/>
          </p:cNvCxnSpPr>
          <p:nvPr/>
        </p:nvCxnSpPr>
        <p:spPr>
          <a:xfrm>
            <a:off x="5352769" y="1980629"/>
            <a:ext cx="1740884" cy="926347"/>
          </a:xfrm>
          <a:prstGeom prst="line">
            <a:avLst/>
          </a:prstGeom>
          <a:ln>
            <a:solidFill>
              <a:schemeClr val="accent4">
                <a:lumMod val="60000"/>
                <a:lumOff val="40000"/>
              </a:schemeClr>
            </a:solidFill>
            <a:prstDash val="lgDash"/>
            <a:headEnd type="ova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C109BF1F-4FC8-FB2C-5593-7883ABE0A232}"/>
              </a:ext>
            </a:extLst>
          </p:cNvPr>
          <p:cNvCxnSpPr>
            <a:cxnSpLocks/>
            <a:stCxn id="165" idx="4"/>
          </p:cNvCxnSpPr>
          <p:nvPr/>
        </p:nvCxnSpPr>
        <p:spPr>
          <a:xfrm flipV="1">
            <a:off x="4188939" y="3829418"/>
            <a:ext cx="2103604" cy="1225868"/>
          </a:xfrm>
          <a:prstGeom prst="line">
            <a:avLst/>
          </a:prstGeom>
          <a:ln>
            <a:solidFill>
              <a:schemeClr val="accent4">
                <a:lumMod val="60000"/>
                <a:lumOff val="40000"/>
              </a:schemeClr>
            </a:solidFill>
            <a:prstDash val="lgDash"/>
            <a:tailEnd type="oval"/>
          </a:ln>
        </p:spPr>
        <p:style>
          <a:lnRef idx="1">
            <a:schemeClr val="accent1"/>
          </a:lnRef>
          <a:fillRef idx="0">
            <a:schemeClr val="accent1"/>
          </a:fillRef>
          <a:effectRef idx="0">
            <a:schemeClr val="accent1"/>
          </a:effectRef>
          <a:fontRef idx="minor">
            <a:schemeClr val="tx1"/>
          </a:fontRef>
        </p:style>
      </p:cxnSp>
      <p:sp>
        <p:nvSpPr>
          <p:cNvPr id="370" name="TextBox 369">
            <a:extLst>
              <a:ext uri="{FF2B5EF4-FFF2-40B4-BE49-F238E27FC236}">
                <a16:creationId xmlns:a16="http://schemas.microsoft.com/office/drawing/2014/main" id="{BE4F6B56-05B0-7EFF-55C3-9B634A9A0D91}"/>
              </a:ext>
            </a:extLst>
          </p:cNvPr>
          <p:cNvSpPr txBox="1"/>
          <p:nvPr/>
        </p:nvSpPr>
        <p:spPr>
          <a:xfrm>
            <a:off x="7837744" y="5067016"/>
            <a:ext cx="1383584" cy="276999"/>
          </a:xfrm>
          <a:prstGeom prst="rect">
            <a:avLst/>
          </a:prstGeom>
          <a:noFill/>
        </p:spPr>
        <p:txBody>
          <a:bodyPr wrap="none" lIns="0" tIns="0" rIns="0" bIns="0" rtlCol="0">
            <a:noAutofit/>
          </a:bodyPr>
          <a:lstStyle/>
          <a:p>
            <a:pPr algn="r"/>
            <a:r>
              <a:rPr lang="en-US" sz="1600" b="1" dirty="0">
                <a:latin typeface="Avenir Next LT Pro Demi" panose="020B0704020202020204" pitchFamily="34" charset="0"/>
              </a:rPr>
              <a:t>Step 3</a:t>
            </a:r>
          </a:p>
          <a:p>
            <a:pPr algn="r"/>
            <a:r>
              <a:rPr lang="en-US" sz="1600" b="1" dirty="0">
                <a:solidFill>
                  <a:srgbClr val="0C62FB"/>
                </a:solidFill>
                <a:latin typeface="Avenir Next LT Pro Demi" panose="020B0704020202020204" pitchFamily="34" charset="0"/>
              </a:rPr>
              <a:t>Virtual Shadow Board</a:t>
            </a:r>
            <a:endParaRPr lang="id-ID" sz="1600" b="1" dirty="0">
              <a:solidFill>
                <a:srgbClr val="0C62FB"/>
              </a:solidFill>
              <a:latin typeface="Avenir Next LT Pro Demi" panose="020B0704020202020204" pitchFamily="34" charset="0"/>
            </a:endParaRPr>
          </a:p>
        </p:txBody>
      </p:sp>
      <p:sp>
        <p:nvSpPr>
          <p:cNvPr id="386" name="Oval 9">
            <a:extLst>
              <a:ext uri="{FF2B5EF4-FFF2-40B4-BE49-F238E27FC236}">
                <a16:creationId xmlns:a16="http://schemas.microsoft.com/office/drawing/2014/main" id="{4B9A576C-2FEB-7DB1-FE3F-2FBB344832D5}"/>
              </a:ext>
            </a:extLst>
          </p:cNvPr>
          <p:cNvSpPr>
            <a:spLocks noChangeArrowheads="1"/>
          </p:cNvSpPr>
          <p:nvPr/>
        </p:nvSpPr>
        <p:spPr bwMode="auto">
          <a:xfrm>
            <a:off x="10716442" y="4403590"/>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87" name="Oval 9">
            <a:extLst>
              <a:ext uri="{FF2B5EF4-FFF2-40B4-BE49-F238E27FC236}">
                <a16:creationId xmlns:a16="http://schemas.microsoft.com/office/drawing/2014/main" id="{314FB56C-51B7-7E09-A8D2-A2B20482FAEF}"/>
              </a:ext>
            </a:extLst>
          </p:cNvPr>
          <p:cNvSpPr>
            <a:spLocks noChangeArrowheads="1"/>
          </p:cNvSpPr>
          <p:nvPr/>
        </p:nvSpPr>
        <p:spPr bwMode="auto">
          <a:xfrm>
            <a:off x="5279288" y="1917225"/>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88" name="Oval 9">
            <a:extLst>
              <a:ext uri="{FF2B5EF4-FFF2-40B4-BE49-F238E27FC236}">
                <a16:creationId xmlns:a16="http://schemas.microsoft.com/office/drawing/2014/main" id="{6545E42C-5AB9-7433-0645-A754AF27F8E2}"/>
              </a:ext>
            </a:extLst>
          </p:cNvPr>
          <p:cNvSpPr>
            <a:spLocks noChangeArrowheads="1"/>
          </p:cNvSpPr>
          <p:nvPr/>
        </p:nvSpPr>
        <p:spPr bwMode="auto">
          <a:xfrm>
            <a:off x="6097619" y="3707534"/>
            <a:ext cx="389848" cy="24376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a:p>
        </p:txBody>
      </p:sp>
      <p:pic>
        <p:nvPicPr>
          <p:cNvPr id="18" name="Picture 17" descr="A blue and black logo&#10;&#10;AI-generated content may be incorrect.">
            <a:extLst>
              <a:ext uri="{FF2B5EF4-FFF2-40B4-BE49-F238E27FC236}">
                <a16:creationId xmlns:a16="http://schemas.microsoft.com/office/drawing/2014/main" id="{9F7C3393-FC45-39D6-08C8-79592E9D69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1915" y="161230"/>
            <a:ext cx="1428750" cy="476250"/>
          </a:xfrm>
          <a:prstGeom prst="rect">
            <a:avLst/>
          </a:prstGeom>
        </p:spPr>
      </p:pic>
      <p:sp>
        <p:nvSpPr>
          <p:cNvPr id="19" name="Rectangle 18">
            <a:extLst>
              <a:ext uri="{FF2B5EF4-FFF2-40B4-BE49-F238E27FC236}">
                <a16:creationId xmlns:a16="http://schemas.microsoft.com/office/drawing/2014/main" id="{5B5BF158-EC74-5192-B5D9-9AC5291B62F0}"/>
              </a:ext>
            </a:extLst>
          </p:cNvPr>
          <p:cNvSpPr/>
          <p:nvPr/>
        </p:nvSpPr>
        <p:spPr>
          <a:xfrm>
            <a:off x="227327" y="583037"/>
            <a:ext cx="3809627" cy="1107996"/>
          </a:xfrm>
          <a:prstGeom prst="rect">
            <a:avLst/>
          </a:prstGeom>
        </p:spPr>
        <p:txBody>
          <a:bodyPr wrap="square" lIns="0" tIns="0" rIns="0" bIns="0">
            <a:noAutofit/>
          </a:bodyPr>
          <a:lstStyle/>
          <a:p>
            <a:r>
              <a:rPr lang="en-US" sz="4000" b="1" dirty="0">
                <a:latin typeface="Georgia" panose="02040502050405020303" pitchFamily="18" charset="0"/>
                <a:cs typeface="Segoe UI" panose="020B0502040204020203" pitchFamily="34" charset="0"/>
              </a:rPr>
              <a:t>Morgan</a:t>
            </a:r>
          </a:p>
        </p:txBody>
      </p:sp>
      <p:sp>
        <p:nvSpPr>
          <p:cNvPr id="20" name="Title 1">
            <a:extLst>
              <a:ext uri="{FF2B5EF4-FFF2-40B4-BE49-F238E27FC236}">
                <a16:creationId xmlns:a16="http://schemas.microsoft.com/office/drawing/2014/main" id="{E89CCCDB-37B5-699A-F1DC-C133E9E909CE}"/>
              </a:ext>
            </a:extLst>
          </p:cNvPr>
          <p:cNvSpPr txBox="1">
            <a:spLocks/>
          </p:cNvSpPr>
          <p:nvPr/>
        </p:nvSpPr>
        <p:spPr>
          <a:xfrm>
            <a:off x="227329" y="1220888"/>
            <a:ext cx="5742591" cy="32778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600" spc="300" dirty="0">
                <a:latin typeface="Avenir Next LT Pro" panose="020B0504020202020204" pitchFamily="34" charset="0"/>
              </a:rPr>
              <a:t>Virtual Board Member</a:t>
            </a:r>
          </a:p>
        </p:txBody>
      </p:sp>
      <p:sp>
        <p:nvSpPr>
          <p:cNvPr id="22" name="Title 1">
            <a:extLst>
              <a:ext uri="{FF2B5EF4-FFF2-40B4-BE49-F238E27FC236}">
                <a16:creationId xmlns:a16="http://schemas.microsoft.com/office/drawing/2014/main" id="{BD337D72-3F1A-F024-B5E2-AF1EF3825453}"/>
              </a:ext>
            </a:extLst>
          </p:cNvPr>
          <p:cNvSpPr txBox="1">
            <a:spLocks/>
          </p:cNvSpPr>
          <p:nvPr/>
        </p:nvSpPr>
        <p:spPr>
          <a:xfrm>
            <a:off x="227329" y="1598736"/>
            <a:ext cx="3287336" cy="969496"/>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600"/>
              </a:spcAft>
            </a:pPr>
            <a:r>
              <a:rPr lang="en-US" sz="1050" dirty="0">
                <a:latin typeface="Avenir Next LT Pro Demi" panose="020B0704020202020204" pitchFamily="34" charset="0"/>
              </a:rPr>
              <a:t>Purpose: </a:t>
            </a:r>
            <a:r>
              <a:rPr lang="en-US" sz="1050" dirty="0">
                <a:latin typeface="Avenir Next LT Pro Light" panose="020B0304020202020204" pitchFamily="34" charset="0"/>
              </a:rPr>
              <a:t>an AI-powered “eighth board member” that joins CAB meetings to provide a consistent new voice, filling gaps in the board’s diversity of perspective and enriching the overall discussion. AI is simply the enabler - the aim is a broader, more insightful conversation.</a:t>
            </a:r>
          </a:p>
        </p:txBody>
      </p:sp>
      <p:grpSp>
        <p:nvGrpSpPr>
          <p:cNvPr id="331" name="Group 330">
            <a:extLst>
              <a:ext uri="{FF2B5EF4-FFF2-40B4-BE49-F238E27FC236}">
                <a16:creationId xmlns:a16="http://schemas.microsoft.com/office/drawing/2014/main" id="{F39ACDC8-8C21-76A3-9020-7B7000C69AEF}"/>
              </a:ext>
            </a:extLst>
          </p:cNvPr>
          <p:cNvGrpSpPr/>
          <p:nvPr/>
        </p:nvGrpSpPr>
        <p:grpSpPr>
          <a:xfrm flipH="1">
            <a:off x="238629" y="4147250"/>
            <a:ext cx="2926765" cy="1228469"/>
            <a:chOff x="-346585" y="1338296"/>
            <a:chExt cx="2513553" cy="1824474"/>
          </a:xfrm>
        </p:grpSpPr>
        <p:sp>
          <p:nvSpPr>
            <p:cNvPr id="332" name="TextBox 331">
              <a:extLst>
                <a:ext uri="{FF2B5EF4-FFF2-40B4-BE49-F238E27FC236}">
                  <a16:creationId xmlns:a16="http://schemas.microsoft.com/office/drawing/2014/main" id="{721643F6-8FA5-93EC-A6FE-CD4FEB27227D}"/>
                </a:ext>
              </a:extLst>
            </p:cNvPr>
            <p:cNvSpPr txBox="1"/>
            <p:nvPr/>
          </p:nvSpPr>
          <p:spPr>
            <a:xfrm>
              <a:off x="-346585" y="1338296"/>
              <a:ext cx="1383584" cy="276999"/>
            </a:xfrm>
            <a:prstGeom prst="rect">
              <a:avLst/>
            </a:prstGeom>
            <a:noFill/>
          </p:spPr>
          <p:txBody>
            <a:bodyPr wrap="none" lIns="0" tIns="0" rIns="0" bIns="0" rtlCol="0">
              <a:noAutofit/>
            </a:bodyPr>
            <a:lstStyle/>
            <a:p>
              <a:pPr algn="r"/>
              <a:r>
                <a:rPr lang="en-US" sz="1600" b="1" dirty="0">
                  <a:latin typeface="Avenir Next LT Pro Demi" panose="020B0704020202020204" pitchFamily="34" charset="0"/>
                </a:rPr>
                <a:t>Step 2 </a:t>
              </a:r>
            </a:p>
            <a:p>
              <a:pPr algn="r"/>
              <a:r>
                <a:rPr lang="en-US" sz="1600" b="1" dirty="0">
                  <a:solidFill>
                    <a:srgbClr val="0C62FB"/>
                  </a:solidFill>
                  <a:latin typeface="Avenir Next LT Pro Demi" panose="020B0704020202020204" pitchFamily="34" charset="0"/>
                </a:rPr>
                <a:t>The Passive Participant</a:t>
              </a:r>
              <a:endParaRPr lang="id-ID" sz="1600" b="1" dirty="0">
                <a:solidFill>
                  <a:srgbClr val="0C62FB"/>
                </a:solidFill>
                <a:latin typeface="Avenir Next LT Pro Demi" panose="020B0704020202020204" pitchFamily="34" charset="0"/>
              </a:endParaRPr>
            </a:p>
          </p:txBody>
        </p:sp>
        <p:sp>
          <p:nvSpPr>
            <p:cNvPr id="333" name="Title 1">
              <a:extLst>
                <a:ext uri="{FF2B5EF4-FFF2-40B4-BE49-F238E27FC236}">
                  <a16:creationId xmlns:a16="http://schemas.microsoft.com/office/drawing/2014/main" id="{EF00858D-FE84-627F-9E78-0BC42F2E91DB}"/>
                </a:ext>
              </a:extLst>
            </p:cNvPr>
            <p:cNvSpPr txBox="1">
              <a:spLocks/>
            </p:cNvSpPr>
            <p:nvPr/>
          </p:nvSpPr>
          <p:spPr>
            <a:xfrm>
              <a:off x="-346585" y="2100908"/>
              <a:ext cx="2513553" cy="1061862"/>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r>
                <a:rPr lang="en-US" dirty="0"/>
                <a:t>Morgan would join the meeting as a passive participant, listening continuously and responding only when directly asked. It would operate with a clear, predefined persona — such as a Gen Z voice, a sustainability lens, or a constructive challenger — and provide structured challenge and alternative viewpoints to enrich the discussion without interrupting the natural flow of the conversation.</a:t>
              </a:r>
            </a:p>
          </p:txBody>
        </p:sp>
      </p:grpSp>
      <p:sp>
        <p:nvSpPr>
          <p:cNvPr id="6" name="Title 1">
            <a:extLst>
              <a:ext uri="{FF2B5EF4-FFF2-40B4-BE49-F238E27FC236}">
                <a16:creationId xmlns:a16="http://schemas.microsoft.com/office/drawing/2014/main" id="{418BC96C-5CDC-C917-CE77-A06D78F07AB3}"/>
              </a:ext>
            </a:extLst>
          </p:cNvPr>
          <p:cNvSpPr txBox="1">
            <a:spLocks/>
          </p:cNvSpPr>
          <p:nvPr/>
        </p:nvSpPr>
        <p:spPr>
          <a:xfrm>
            <a:off x="227329" y="2683643"/>
            <a:ext cx="3287335" cy="80791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spcAft>
                <a:spcPts val="600"/>
              </a:spcAft>
            </a:pPr>
            <a:r>
              <a:rPr lang="en-US" sz="1050" dirty="0">
                <a:latin typeface="Avenir Next LT Pro Demi" panose="020B0704020202020204" pitchFamily="34" charset="0"/>
              </a:rPr>
              <a:t>Ambition: </a:t>
            </a:r>
            <a:r>
              <a:rPr lang="en-US" sz="1050" dirty="0">
                <a:latin typeface="Avenir Next LT Pro Light" panose="020B0304020202020204" pitchFamily="34" charset="0"/>
              </a:rPr>
              <a:t>To evolve Morgan from a passive, fixed-persona participant into a capable contributor that can surface patterns and enrich discussion, with a longer-term horizon of introducing multiple tailored agents and, potentially, a multi-agent shadow board.</a:t>
            </a:r>
          </a:p>
        </p:txBody>
      </p:sp>
      <p:grpSp>
        <p:nvGrpSpPr>
          <p:cNvPr id="31" name="Group 30">
            <a:extLst>
              <a:ext uri="{FF2B5EF4-FFF2-40B4-BE49-F238E27FC236}">
                <a16:creationId xmlns:a16="http://schemas.microsoft.com/office/drawing/2014/main" id="{0D60A58B-3749-2714-60B8-68B1D68F90B7}"/>
              </a:ext>
            </a:extLst>
          </p:cNvPr>
          <p:cNvGrpSpPr/>
          <p:nvPr/>
        </p:nvGrpSpPr>
        <p:grpSpPr>
          <a:xfrm>
            <a:off x="6636208" y="2601079"/>
            <a:ext cx="981823" cy="643577"/>
            <a:chOff x="6794567" y="2420390"/>
            <a:chExt cx="981823" cy="643577"/>
          </a:xfrm>
        </p:grpSpPr>
        <p:sp>
          <p:nvSpPr>
            <p:cNvPr id="10" name="Oval 7">
              <a:extLst>
                <a:ext uri="{FF2B5EF4-FFF2-40B4-BE49-F238E27FC236}">
                  <a16:creationId xmlns:a16="http://schemas.microsoft.com/office/drawing/2014/main" id="{D4EA1C87-3FA1-7315-F36C-4A9F26018B8F}"/>
                </a:ext>
              </a:extLst>
            </p:cNvPr>
            <p:cNvSpPr>
              <a:spLocks noChangeArrowheads="1"/>
            </p:cNvSpPr>
            <p:nvPr/>
          </p:nvSpPr>
          <p:spPr bwMode="auto">
            <a:xfrm>
              <a:off x="6794567" y="2452172"/>
              <a:ext cx="981823" cy="611795"/>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13" name="Oval 10">
              <a:extLst>
                <a:ext uri="{FF2B5EF4-FFF2-40B4-BE49-F238E27FC236}">
                  <a16:creationId xmlns:a16="http://schemas.microsoft.com/office/drawing/2014/main" id="{32F52062-D5CA-EFD8-C4F8-77DF1E893AF4}"/>
                </a:ext>
              </a:extLst>
            </p:cNvPr>
            <p:cNvSpPr>
              <a:spLocks noChangeArrowheads="1"/>
            </p:cNvSpPr>
            <p:nvPr/>
          </p:nvSpPr>
          <p:spPr bwMode="auto">
            <a:xfrm>
              <a:off x="6794567" y="2420390"/>
              <a:ext cx="981823" cy="611795"/>
            </a:xfrm>
            <a:prstGeom prst="ellipse">
              <a:avLst/>
            </a:prstGeom>
            <a:gradFill>
              <a:gsLst>
                <a:gs pos="53000">
                  <a:srgbClr val="C3C6C5"/>
                </a:gs>
                <a:gs pos="0">
                  <a:srgbClr val="ADB1B2"/>
                </a:gs>
                <a:gs pos="100000">
                  <a:srgbClr val="DEDEDA"/>
                </a:gs>
              </a:gsLst>
              <a:lin ang="4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62" name="Oval 161">
              <a:extLst>
                <a:ext uri="{FF2B5EF4-FFF2-40B4-BE49-F238E27FC236}">
                  <a16:creationId xmlns:a16="http://schemas.microsoft.com/office/drawing/2014/main" id="{02D23C72-76CE-5C00-A095-CC724C6E5AEC}"/>
                </a:ext>
              </a:extLst>
            </p:cNvPr>
            <p:cNvSpPr/>
            <p:nvPr/>
          </p:nvSpPr>
          <p:spPr>
            <a:xfrm>
              <a:off x="6980289" y="2502954"/>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pic>
        <p:nvPicPr>
          <p:cNvPr id="7" name="Picture 6">
            <a:extLst>
              <a:ext uri="{FF2B5EF4-FFF2-40B4-BE49-F238E27FC236}">
                <a16:creationId xmlns:a16="http://schemas.microsoft.com/office/drawing/2014/main" id="{080825B0-B4D4-FA26-74E3-E44C45D406E9}"/>
              </a:ext>
            </a:extLst>
          </p:cNvPr>
          <p:cNvPicPr>
            <a:picLocks noChangeAspect="1"/>
          </p:cNvPicPr>
          <p:nvPr/>
        </p:nvPicPr>
        <p:blipFill>
          <a:blip r:embed="rId4">
            <a:extLst>
              <a:ext uri="{28A0092B-C50C-407E-A947-70E740481C1C}">
                <a14:useLocalDpi xmlns:a14="http://schemas.microsoft.com/office/drawing/2010/main" val="0"/>
              </a:ext>
            </a:extLst>
          </a:blip>
          <a:srcRect t="381" b="381"/>
          <a:stretch/>
        </p:blipFill>
        <p:spPr>
          <a:xfrm>
            <a:off x="6324964" y="1024021"/>
            <a:ext cx="1602571" cy="2196579"/>
          </a:xfrm>
          <a:prstGeom prst="rect">
            <a:avLst/>
          </a:prstGeom>
        </p:spPr>
      </p:pic>
      <p:grpSp>
        <p:nvGrpSpPr>
          <p:cNvPr id="34" name="Group 33">
            <a:extLst>
              <a:ext uri="{FF2B5EF4-FFF2-40B4-BE49-F238E27FC236}">
                <a16:creationId xmlns:a16="http://schemas.microsoft.com/office/drawing/2014/main" id="{C6DC90E6-0A1B-B7D5-6B8B-E944B7EC6D74}"/>
              </a:ext>
            </a:extLst>
          </p:cNvPr>
          <p:cNvGrpSpPr/>
          <p:nvPr/>
        </p:nvGrpSpPr>
        <p:grpSpPr>
          <a:xfrm>
            <a:off x="3674902" y="4610050"/>
            <a:ext cx="981823" cy="642442"/>
            <a:chOff x="3903980" y="4967279"/>
            <a:chExt cx="981823" cy="642442"/>
          </a:xfrm>
        </p:grpSpPr>
        <p:sp>
          <p:nvSpPr>
            <p:cNvPr id="11" name="Oval 8">
              <a:extLst>
                <a:ext uri="{FF2B5EF4-FFF2-40B4-BE49-F238E27FC236}">
                  <a16:creationId xmlns:a16="http://schemas.microsoft.com/office/drawing/2014/main" id="{647D7057-2DEA-87F0-314E-B4DD28E2F9BB}"/>
                </a:ext>
              </a:extLst>
            </p:cNvPr>
            <p:cNvSpPr>
              <a:spLocks noChangeArrowheads="1"/>
            </p:cNvSpPr>
            <p:nvPr/>
          </p:nvSpPr>
          <p:spPr bwMode="auto">
            <a:xfrm>
              <a:off x="3903980" y="4999061"/>
              <a:ext cx="981823" cy="610660"/>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14" name="Oval 11">
              <a:extLst>
                <a:ext uri="{FF2B5EF4-FFF2-40B4-BE49-F238E27FC236}">
                  <a16:creationId xmlns:a16="http://schemas.microsoft.com/office/drawing/2014/main" id="{99D028E8-4560-8624-80A3-8C5F86935E32}"/>
                </a:ext>
              </a:extLst>
            </p:cNvPr>
            <p:cNvSpPr>
              <a:spLocks noChangeArrowheads="1"/>
            </p:cNvSpPr>
            <p:nvPr/>
          </p:nvSpPr>
          <p:spPr bwMode="auto">
            <a:xfrm>
              <a:off x="3903980" y="4967279"/>
              <a:ext cx="981823" cy="611795"/>
            </a:xfrm>
            <a:prstGeom prst="ellipse">
              <a:avLst/>
            </a:prstGeom>
            <a:gradFill>
              <a:gsLst>
                <a:gs pos="53000">
                  <a:srgbClr val="C3C6C5"/>
                </a:gs>
                <a:gs pos="0">
                  <a:srgbClr val="ADB1B2"/>
                </a:gs>
                <a:gs pos="100000">
                  <a:srgbClr val="DEDEDA"/>
                </a:gs>
              </a:gsLst>
              <a:lin ang="4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sp>
          <p:nvSpPr>
            <p:cNvPr id="165" name="Oval 164">
              <a:extLst>
                <a:ext uri="{FF2B5EF4-FFF2-40B4-BE49-F238E27FC236}">
                  <a16:creationId xmlns:a16="http://schemas.microsoft.com/office/drawing/2014/main" id="{12B2A18D-848E-E20A-02A0-20A1C2027120}"/>
                </a:ext>
              </a:extLst>
            </p:cNvPr>
            <p:cNvSpPr/>
            <p:nvPr/>
          </p:nvSpPr>
          <p:spPr>
            <a:xfrm>
              <a:off x="4056144" y="5033785"/>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 name="Picture 4">
            <a:extLst>
              <a:ext uri="{FF2B5EF4-FFF2-40B4-BE49-F238E27FC236}">
                <a16:creationId xmlns:a16="http://schemas.microsoft.com/office/drawing/2014/main" id="{8C655C3B-0BC0-E347-E246-5EA04712CEEC}"/>
              </a:ext>
            </a:extLst>
          </p:cNvPr>
          <p:cNvPicPr>
            <a:picLocks noChangeAspect="1"/>
          </p:cNvPicPr>
          <p:nvPr/>
        </p:nvPicPr>
        <p:blipFill>
          <a:blip r:embed="rId5">
            <a:extLst>
              <a:ext uri="{28A0092B-C50C-407E-A947-70E740481C1C}">
                <a14:useLocalDpi xmlns:a14="http://schemas.microsoft.com/office/drawing/2010/main" val="0"/>
              </a:ext>
            </a:extLst>
          </a:blip>
          <a:srcRect l="23" t="16751" r="23" b="26344"/>
          <a:stretch>
            <a:fillRect/>
          </a:stretch>
        </p:blipFill>
        <p:spPr>
          <a:xfrm>
            <a:off x="3243714" y="3584166"/>
            <a:ext cx="1808335" cy="1410458"/>
          </a:xfrm>
          <a:prstGeom prst="rect">
            <a:avLst/>
          </a:prstGeom>
        </p:spPr>
      </p:pic>
      <p:sp>
        <p:nvSpPr>
          <p:cNvPr id="42" name="Title 1">
            <a:extLst>
              <a:ext uri="{FF2B5EF4-FFF2-40B4-BE49-F238E27FC236}">
                <a16:creationId xmlns:a16="http://schemas.microsoft.com/office/drawing/2014/main" id="{C261DEBB-A13E-F39C-E43B-140F9A28FC17}"/>
              </a:ext>
            </a:extLst>
          </p:cNvPr>
          <p:cNvSpPr txBox="1">
            <a:spLocks/>
          </p:cNvSpPr>
          <p:nvPr/>
        </p:nvSpPr>
        <p:spPr>
          <a:xfrm flipH="1">
            <a:off x="4668003" y="5623899"/>
            <a:ext cx="4513394" cy="1195925"/>
          </a:xfrm>
          <a:prstGeom prst="rect">
            <a:avLst/>
          </a:prstGeom>
        </p:spPr>
        <p:txBody>
          <a:bodyPr vert="horz" wrap="square" lIns="0" tIns="0" rIns="0" bIns="0" rtlCol="0" anchor="t">
            <a:noAutofit/>
          </a:bodyPr>
          <a:lstStyle>
            <a:defPPr>
              <a:defRPr lang="en-US"/>
            </a:defPPr>
            <a:lvl1pPr algn="just">
              <a:lnSpc>
                <a:spcPts val="1700"/>
              </a:lnSpc>
              <a:spcBef>
                <a:spcPct val="0"/>
              </a:spcBef>
              <a:buNone/>
              <a:defRPr sz="1050">
                <a:latin typeface="Avenir Next LT Pro Light" panose="020B0304020202020204" pitchFamily="34" charset="0"/>
                <a:ea typeface="+mj-ea"/>
                <a:cs typeface="+mj-cs"/>
              </a:defRPr>
            </a:lvl1pPr>
          </a:lstStyle>
          <a:p>
            <a:r>
              <a:rPr lang="en-US" dirty="0"/>
              <a:t>Before each CAB meeting, multiple Morgan personas would run a simulated discussion on the agenda, debating key topics, producing recommendations, flagging risks, and raising challenge questions. The output is then shared in the final 10–20 minutes of the real session to prompt comparison, expose gaps, and strengthen the board’s discussion.</a:t>
            </a:r>
          </a:p>
        </p:txBody>
      </p:sp>
      <p:cxnSp>
        <p:nvCxnSpPr>
          <p:cNvPr id="310" name="Straight Connector 309">
            <a:extLst>
              <a:ext uri="{FF2B5EF4-FFF2-40B4-BE49-F238E27FC236}">
                <a16:creationId xmlns:a16="http://schemas.microsoft.com/office/drawing/2014/main" id="{321B34D1-4B22-F284-0C6B-137102B859B5}"/>
              </a:ext>
            </a:extLst>
          </p:cNvPr>
          <p:cNvCxnSpPr>
            <a:cxnSpLocks/>
          </p:cNvCxnSpPr>
          <p:nvPr/>
        </p:nvCxnSpPr>
        <p:spPr>
          <a:xfrm flipH="1">
            <a:off x="10226058" y="4526756"/>
            <a:ext cx="682448" cy="1941134"/>
          </a:xfrm>
          <a:prstGeom prst="line">
            <a:avLst/>
          </a:prstGeom>
          <a:ln>
            <a:solidFill>
              <a:schemeClr val="accent4">
                <a:lumMod val="60000"/>
                <a:lumOff val="40000"/>
              </a:schemeClr>
            </a:solidFill>
            <a:prstDash val="lgDash"/>
            <a:headEnd type="ova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6496E07B-A334-C7CE-ACA3-3EAD09D8FFFC}"/>
              </a:ext>
            </a:extLst>
          </p:cNvPr>
          <p:cNvGrpSpPr/>
          <p:nvPr/>
        </p:nvGrpSpPr>
        <p:grpSpPr>
          <a:xfrm>
            <a:off x="9700653" y="6193358"/>
            <a:ext cx="978418" cy="643577"/>
            <a:chOff x="9700653" y="5862834"/>
            <a:chExt cx="978418" cy="643577"/>
          </a:xfrm>
        </p:grpSpPr>
        <p:sp>
          <p:nvSpPr>
            <p:cNvPr id="9" name="Oval 6">
              <a:extLst>
                <a:ext uri="{FF2B5EF4-FFF2-40B4-BE49-F238E27FC236}">
                  <a16:creationId xmlns:a16="http://schemas.microsoft.com/office/drawing/2014/main" id="{CFCE6C81-F260-E302-6EEF-D9E55190C8C0}"/>
                </a:ext>
              </a:extLst>
            </p:cNvPr>
            <p:cNvSpPr>
              <a:spLocks noChangeArrowheads="1"/>
            </p:cNvSpPr>
            <p:nvPr/>
          </p:nvSpPr>
          <p:spPr bwMode="auto">
            <a:xfrm>
              <a:off x="9700653" y="5894616"/>
              <a:ext cx="978418" cy="611795"/>
            </a:xfrm>
            <a:prstGeom prst="ellipse">
              <a:avLst/>
            </a:prstGeom>
            <a:solidFill>
              <a:srgbClr val="ADB1B2"/>
            </a:solidFill>
            <a:ln>
              <a:noFill/>
            </a:ln>
            <a:effectLst>
              <a:outerShdw blurRad="215900" dist="76200" dir="18900000" algn="bl" rotWithShape="0">
                <a:prstClr val="black">
                  <a:alpha val="8000"/>
                </a:prstClr>
              </a:outerShdw>
            </a:effectLst>
          </p:spPr>
          <p:txBody>
            <a:bodyPr vert="horz" wrap="square" lIns="91440" tIns="45720" rIns="91440" bIns="45720" numCol="1" anchor="t" anchorCtr="0" compatLnSpc="1">
              <a:prstTxWarp prst="textNoShape">
                <a:avLst/>
              </a:prstTxWarp>
            </a:bodyPr>
            <a:lstStyle/>
            <a:p>
              <a:endParaRPr lang="id-ID"/>
            </a:p>
          </p:txBody>
        </p:sp>
        <p:sp>
          <p:nvSpPr>
            <p:cNvPr id="12" name="Oval 9">
              <a:extLst>
                <a:ext uri="{FF2B5EF4-FFF2-40B4-BE49-F238E27FC236}">
                  <a16:creationId xmlns:a16="http://schemas.microsoft.com/office/drawing/2014/main" id="{27C38DFA-ACF3-110A-1A7C-0A6C3CA21B8A}"/>
                </a:ext>
              </a:extLst>
            </p:cNvPr>
            <p:cNvSpPr>
              <a:spLocks noChangeArrowheads="1"/>
            </p:cNvSpPr>
            <p:nvPr/>
          </p:nvSpPr>
          <p:spPr bwMode="auto">
            <a:xfrm>
              <a:off x="9700653" y="5862834"/>
              <a:ext cx="978418" cy="611795"/>
            </a:xfrm>
            <a:prstGeom prst="ellipse">
              <a:avLst/>
            </a:prstGeom>
            <a:gradFill>
              <a:gsLst>
                <a:gs pos="53000">
                  <a:srgbClr val="C3C6C5"/>
                </a:gs>
                <a:gs pos="0">
                  <a:srgbClr val="ADB1B2"/>
                </a:gs>
                <a:gs pos="100000">
                  <a:srgbClr val="DEDEDA"/>
                </a:gs>
              </a:gsLst>
              <a:lin ang="4200000" scaled="0"/>
            </a:gradFill>
            <a:ln>
              <a:noFill/>
            </a:ln>
          </p:spPr>
          <p:txBody>
            <a:bodyPr vert="horz" wrap="square" lIns="91440" tIns="45720" rIns="91440" bIns="45720" numCol="1" anchor="t" anchorCtr="0" compatLnSpc="1">
              <a:prstTxWarp prst="textNoShape">
                <a:avLst/>
              </a:prstTxWarp>
            </a:bodyPr>
            <a:lstStyle/>
            <a:p>
              <a:endParaRPr lang="id-ID"/>
            </a:p>
          </p:txBody>
        </p:sp>
        <p:sp>
          <p:nvSpPr>
            <p:cNvPr id="164" name="Oval 163">
              <a:extLst>
                <a:ext uri="{FF2B5EF4-FFF2-40B4-BE49-F238E27FC236}">
                  <a16:creationId xmlns:a16="http://schemas.microsoft.com/office/drawing/2014/main" id="{2ACD0480-2400-FB8D-3958-940BB0515A27}"/>
                </a:ext>
              </a:extLst>
            </p:cNvPr>
            <p:cNvSpPr/>
            <p:nvPr/>
          </p:nvSpPr>
          <p:spPr>
            <a:xfrm>
              <a:off x="9864186" y="5948001"/>
              <a:ext cx="723745" cy="378730"/>
            </a:xfrm>
            <a:prstGeom prst="ellipse">
              <a:avLst/>
            </a:prstGeom>
            <a:solidFill>
              <a:schemeClr val="tx1">
                <a:lumMod val="65000"/>
                <a:lumOff val="35000"/>
                <a:alpha val="20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6" name="Picture 15">
            <a:extLst>
              <a:ext uri="{FF2B5EF4-FFF2-40B4-BE49-F238E27FC236}">
                <a16:creationId xmlns:a16="http://schemas.microsoft.com/office/drawing/2014/main" id="{F8E52AB1-1429-8011-474D-84344E4B765C}"/>
              </a:ext>
            </a:extLst>
          </p:cNvPr>
          <p:cNvPicPr>
            <a:picLocks noChangeAspect="1"/>
          </p:cNvPicPr>
          <p:nvPr/>
        </p:nvPicPr>
        <p:blipFill>
          <a:blip r:embed="rId6">
            <a:extLst>
              <a:ext uri="{28A0092B-C50C-407E-A947-70E740481C1C}">
                <a14:useLocalDpi xmlns:a14="http://schemas.microsoft.com/office/drawing/2010/main" val="0"/>
              </a:ext>
            </a:extLst>
          </a:blip>
          <a:srcRect t="373" b="373"/>
          <a:stretch/>
        </p:blipFill>
        <p:spPr>
          <a:xfrm>
            <a:off x="9323337" y="4440447"/>
            <a:ext cx="1762548" cy="2416206"/>
          </a:xfrm>
          <a:prstGeom prst="rect">
            <a:avLst/>
          </a:prstGeom>
        </p:spPr>
      </p:pic>
      <p:sp>
        <p:nvSpPr>
          <p:cNvPr id="15" name="Rectangle 14">
            <a:extLst>
              <a:ext uri="{FF2B5EF4-FFF2-40B4-BE49-F238E27FC236}">
                <a16:creationId xmlns:a16="http://schemas.microsoft.com/office/drawing/2014/main" id="{EFFFB779-F4FF-FD09-FAD7-6BFA1BE27A74}"/>
              </a:ext>
            </a:extLst>
          </p:cNvPr>
          <p:cNvSpPr/>
          <p:nvPr/>
        </p:nvSpPr>
        <p:spPr>
          <a:xfrm>
            <a:off x="142241" y="214482"/>
            <a:ext cx="1412117" cy="327782"/>
          </a:xfrm>
          <a:prstGeom prst="rect">
            <a:avLst/>
          </a:prstGeom>
          <a:solidFill>
            <a:srgbClr val="0072C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r>
              <a:rPr lang="en-GB" sz="900" b="1" dirty="0">
                <a:gradFill>
                  <a:gsLst>
                    <a:gs pos="0">
                      <a:schemeClr val="bg1"/>
                    </a:gs>
                    <a:gs pos="98000">
                      <a:schemeClr val="bg1"/>
                    </a:gs>
                  </a:gsLst>
                  <a:lin ang="5400000" scaled="0"/>
                </a:gradFill>
                <a:ea typeface="Segoe UI Black" panose="020B0A02040204020203" pitchFamily="34" charset="0"/>
                <a:cs typeface="Segoe UI Black" panose="020B0A02040204020203" pitchFamily="34" charset="0"/>
              </a:rPr>
              <a:t>NW 0912 </a:t>
            </a:r>
            <a:r>
              <a:rPr lang="en-GB" sz="900" dirty="0">
                <a:gradFill>
                  <a:gsLst>
                    <a:gs pos="0">
                      <a:schemeClr val="bg1"/>
                    </a:gs>
                    <a:gs pos="98000">
                      <a:schemeClr val="bg1"/>
                    </a:gs>
                  </a:gsLst>
                  <a:lin ang="5400000" scaled="0"/>
                </a:gradFill>
                <a:ea typeface="Segoe UI Black" panose="020B0A02040204020203" pitchFamily="34" charset="0"/>
                <a:cs typeface="Segoe UI Black" panose="020B0A02040204020203" pitchFamily="34" charset="0"/>
              </a:rPr>
              <a:t>- Superseded</a:t>
            </a:r>
          </a:p>
        </p:txBody>
      </p:sp>
    </p:spTree>
    <p:extLst>
      <p:ext uri="{BB962C8B-B14F-4D97-AF65-F5344CB8AC3E}">
        <p14:creationId xmlns:p14="http://schemas.microsoft.com/office/powerpoint/2010/main" val="2821880108"/>
      </p:ext>
    </p:extLst>
  </p:cSld>
  <p:clrMapOvr>
    <a:masterClrMapping/>
  </p:clrMapOvr>
</p:sld>
</file>

<file path=ppt/theme/theme1.xml><?xml version="1.0" encoding="utf-8"?>
<a:theme xmlns:a="http://schemas.openxmlformats.org/drawingml/2006/main" name="Slalom_Generic_Template_v1">
  <a:themeElements>
    <a:clrScheme name="Slalom LYF 2015">
      <a:dk1>
        <a:srgbClr val="373737"/>
      </a:dk1>
      <a:lt1>
        <a:srgbClr val="FFFFFF"/>
      </a:lt1>
      <a:dk2>
        <a:srgbClr val="525252"/>
      </a:dk2>
      <a:lt2>
        <a:srgbClr val="EFE9E5"/>
      </a:lt2>
      <a:accent1>
        <a:srgbClr val="3A5072"/>
      </a:accent1>
      <a:accent2>
        <a:srgbClr val="0072C8"/>
      </a:accent2>
      <a:accent3>
        <a:srgbClr val="F1663A"/>
      </a:accent3>
      <a:accent4>
        <a:srgbClr val="C3B841"/>
      </a:accent4>
      <a:accent5>
        <a:srgbClr val="60ACB2"/>
      </a:accent5>
      <a:accent6>
        <a:srgbClr val="BA4480"/>
      </a:accent6>
      <a:hlink>
        <a:srgbClr val="0072C8"/>
      </a:hlink>
      <a:folHlink>
        <a:srgbClr val="F1663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72C8"/>
        </a:solidFill>
        <a:ln>
          <a:noFill/>
        </a:ln>
      </a:spPr>
      <a:bodyPr lIns="0" tIns="0" rIns="0" bIns="137160" rtlCol="0" anchor="ctr" anchorCtr="0"/>
      <a:lstStyle>
        <a:defPPr algn="ctr">
          <a:defRPr sz="2400" dirty="0" smtClean="0">
            <a:gradFill>
              <a:gsLst>
                <a:gs pos="0">
                  <a:schemeClr val="bg1"/>
                </a:gs>
                <a:gs pos="98000">
                  <a:schemeClr val="bg1"/>
                </a:gs>
              </a:gsLst>
              <a:lin ang="5400000" scaled="0"/>
            </a:gradFill>
            <a:ea typeface="Segoe UI Black" panose="020B0A02040204020203" pitchFamily="34" charset="0"/>
            <a:cs typeface="Segoe UI Black" panose="020B0A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nSpc>
            <a:spcPct val="90000"/>
          </a:lnSpc>
          <a:spcBef>
            <a:spcPts val="1200"/>
          </a:spcBef>
          <a:buClr>
            <a:srgbClr val="CC0000"/>
          </a:buClr>
          <a:buSzPct val="110000"/>
          <a:defRPr sz="1600" dirty="0" smtClean="0">
            <a:gradFill>
              <a:gsLst>
                <a:gs pos="0">
                  <a:schemeClr val="tx1"/>
                </a:gs>
                <a:gs pos="98000">
                  <a:schemeClr val="tx1"/>
                </a:gs>
              </a:gsLst>
              <a:lin ang="5400000" scaled="0"/>
            </a:gra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ITP- updated 10-15" id="{47007C44-027A-4DE7-96D2-D40C2CD15A0C}" vid="{F026EB0D-7F4B-43D6-9E16-445CD5AEFDC9}"/>
    </a:ext>
  </a:extLst>
</a:theme>
</file>

<file path=ppt/theme/theme2.xml><?xml version="1.0" encoding="utf-8"?>
<a:theme xmlns:a="http://schemas.openxmlformats.org/drawingml/2006/main" name="Slalom 2022">
  <a:themeElements>
    <a:clrScheme name="Custom 1">
      <a:dk1>
        <a:srgbClr val="000000"/>
      </a:dk1>
      <a:lt1>
        <a:sysClr val="window" lastClr="FFFFFF"/>
      </a:lt1>
      <a:dk2>
        <a:srgbClr val="666666"/>
      </a:dk2>
      <a:lt2>
        <a:srgbClr val="E6E6E6"/>
      </a:lt2>
      <a:accent1>
        <a:srgbClr val="0C62FB"/>
      </a:accent1>
      <a:accent2>
        <a:srgbClr val="002FAF"/>
      </a:accent2>
      <a:accent3>
        <a:srgbClr val="1BE1F2"/>
      </a:accent3>
      <a:accent4>
        <a:srgbClr val="FF4D5F"/>
      </a:accent4>
      <a:accent5>
        <a:srgbClr val="C7B9FF"/>
      </a:accent5>
      <a:accent6>
        <a:srgbClr val="DEFF4D"/>
      </a:accent6>
      <a:hlink>
        <a:srgbClr val="0C62FB"/>
      </a:hlink>
      <a:folHlink>
        <a:srgbClr val="0C62FB"/>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110000"/>
          </a:lnSpc>
          <a:spcBef>
            <a:spcPts val="1000"/>
          </a:spcBef>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9525" cap="flat">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1000"/>
          </a:spcBef>
          <a:defRPr dirty="0"/>
        </a:defPPr>
      </a:lstStyle>
    </a:txDef>
  </a:objectDefaults>
  <a:extraClrSchemeLst/>
  <a:custClrLst>
    <a:custClr name="Cyan Dark 3">
      <a:srgbClr val="00BAD6"/>
    </a:custClr>
    <a:custClr name="Cyan Dark 2">
      <a:srgbClr val="05C4DE"/>
    </a:custClr>
    <a:custClr name="Cyan Dark 1">
      <a:srgbClr val="0ED3EB"/>
    </a:custClr>
    <a:custClr name="Cyan Light 1">
      <a:srgbClr val="60EAF5"/>
    </a:custClr>
    <a:custClr name="Cyan Light 2">
      <a:srgbClr val="8CF0F9"/>
    </a:custClr>
    <a:custClr name="Cyan Light 3">
      <a:srgbClr val="D1F9FD"/>
    </a:custClr>
    <a:custClr name="BLANK">
      <a:srgbClr val="FFFFFF"/>
    </a:custClr>
    <a:custClr name="BLANK">
      <a:srgbClr val="FFFFFF"/>
    </a:custClr>
    <a:custClr name="BLANK">
      <a:srgbClr val="FFFFFF"/>
    </a:custClr>
    <a:custClr name="BLANK">
      <a:srgbClr val="FFFFFF"/>
    </a:custClr>
    <a:custClr name="Coral Red Dark 3">
      <a:srgbClr val="E6154A"/>
    </a:custClr>
    <a:custClr name="Coral Red Dark 2">
      <a:srgbClr val="F1214B"/>
    </a:custClr>
    <a:custClr name="Coral Red Dark 1">
      <a:srgbClr val="F53958"/>
    </a:custClr>
    <a:custClr name="Coral Red Light 1">
      <a:srgbClr val="FF5F6F"/>
    </a:custClr>
    <a:custClr name="Coral Red Light 2">
      <a:srgbClr val="FF7F8C"/>
    </a:custClr>
    <a:custClr name="Coral Red Light 3">
      <a:srgbClr val="FFDBDF"/>
    </a:custClr>
    <a:custClr name="BLANK">
      <a:srgbClr val="FFFFFF"/>
    </a:custClr>
    <a:custClr name="BLANK">
      <a:srgbClr val="FFFFFF"/>
    </a:custClr>
    <a:custClr name="BLANK">
      <a:srgbClr val="FFFFFF"/>
    </a:custClr>
    <a:custClr name="BLANK">
      <a:srgbClr val="FFFFFF"/>
    </a:custClr>
    <a:custClr name="Purple Dark 3">
      <a:srgbClr val="9488F0"/>
    </a:custClr>
    <a:custClr name="Purple Dark 2">
      <a:srgbClr val="A099F8"/>
    </a:custClr>
    <a:custClr name="Purple Dark 1">
      <a:srgbClr val="B6ACF9"/>
    </a:custClr>
    <a:custClr name="Purple Light 1">
      <a:srgbClr val="CCBFFF"/>
    </a:custClr>
    <a:custClr name="Purple Light 2">
      <a:srgbClr val="D3C7FF"/>
    </a:custClr>
    <a:custClr name="Purple Light 3">
      <a:srgbClr val="EEE9FF"/>
    </a:custClr>
    <a:custClr name="BLANK">
      <a:srgbClr val="FFFFFF"/>
    </a:custClr>
    <a:custClr name="BLANK">
      <a:srgbClr val="FFFFFF"/>
    </a:custClr>
    <a:custClr name="BLANK">
      <a:srgbClr val="FFFFFF"/>
    </a:custClr>
    <a:custClr name="BLANK">
      <a:srgbClr val="FFFFFF"/>
    </a:custClr>
    <a:custClr name="Chartreuse Dark 3">
      <a:srgbClr val="B3CC3E"/>
    </a:custClr>
    <a:custClr name="Chartreuse Dark 2">
      <a:srgbClr val="BDDD07"/>
    </a:custClr>
    <a:custClr name="Chartreuse Dark 1">
      <a:srgbClr val="CBEB0F"/>
    </a:custClr>
    <a:custClr name="Chartreuse Light 1">
      <a:srgbClr val="E7FF80"/>
    </a:custClr>
    <a:custClr name="Chartreuse Light 2">
      <a:srgbClr val="EFFFAA"/>
    </a:custClr>
    <a:custClr name="Chartreuse Light 3">
      <a:srgbClr val="F7FFD6"/>
    </a:custClr>
  </a:custClrLst>
  <a:extLst>
    <a:ext uri="{05A4C25C-085E-4340-85A3-A5531E510DB2}">
      <thm15:themeFamily xmlns:thm15="http://schemas.microsoft.com/office/thememl/2012/main" name="Slalom_PowerPoint_16x9_Working (1)" id="{29024B6F-69C8-B448-8D3A-DA3FE971AF52}" vid="{D2EAC8E2-AA45-4248-9518-F8C957CF4DC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A9075504094748869D56A8FDFF6451" ma:contentTypeVersion="8" ma:contentTypeDescription="Create a new document." ma:contentTypeScope="" ma:versionID="44022444863b38327021a2ce70e8d670">
  <xsd:schema xmlns:xsd="http://www.w3.org/2001/XMLSchema" xmlns:xs="http://www.w3.org/2001/XMLSchema" xmlns:p="http://schemas.microsoft.com/office/2006/metadata/properties" xmlns:ns2="31c4b90a-fb69-4f67-921a-a5e43ae8e475" xmlns:ns3="42343659-eec4-472d-a2b8-6b71dddb3693" targetNamespace="http://schemas.microsoft.com/office/2006/metadata/properties" ma:root="true" ma:fieldsID="956400e70ba81df9c78670508e92076b" ns2:_="" ns3:_="">
    <xsd:import namespace="31c4b90a-fb69-4f67-921a-a5e43ae8e475"/>
    <xsd:import namespace="42343659-eec4-472d-a2b8-6b71dddb369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c4b90a-fb69-4f67-921a-a5e43ae8e4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343659-eec4-472d-a2b8-6b71dddb369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5AEE01-2B15-46AC-9968-2A907C3E59A0}">
  <ds:schemaRefs>
    <ds:schemaRef ds:uri="31c4b90a-fb69-4f67-921a-a5e43ae8e475"/>
    <ds:schemaRef ds:uri="42343659-eec4-472d-a2b8-6b71dddb36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A3D3053-C4AC-460E-817B-C927BF1925AC}">
  <ds:schemaRefs>
    <ds:schemaRef ds:uri="http://purl.org/dc/terms/"/>
    <ds:schemaRef ds:uri="42343659-eec4-472d-a2b8-6b71dddb3693"/>
    <ds:schemaRef ds:uri="http://schemas.openxmlformats.org/package/2006/metadata/core-properties"/>
    <ds:schemaRef ds:uri="http://purl.org/dc/dcmitype/"/>
    <ds:schemaRef ds:uri="http://purl.org/dc/elements/1.1/"/>
    <ds:schemaRef ds:uri="http://schemas.microsoft.com/office/2006/documentManagement/types"/>
    <ds:schemaRef ds:uri="31c4b90a-fb69-4f67-921a-a5e43ae8e475"/>
    <ds:schemaRef ds:uri="http://www.w3.org/XML/1998/namespace"/>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D5E84961-64F9-4447-AACE-9E99FC1B9500}">
  <ds:schemaRefs>
    <ds:schemaRef ds:uri="http://schemas.microsoft.com/sharepoint/v3/contenttype/forms"/>
  </ds:schemaRefs>
</ds:datastoreItem>
</file>

<file path=docMetadata/LabelInfo.xml><?xml version="1.0" encoding="utf-8"?>
<clbl:labelList xmlns:clbl="http://schemas.microsoft.com/office/2020/mipLabelMetadata">
  <clbl:label id="{9ca75128-a244-4596-877b-f24828e476e2}" enabled="0" method="" siteId="{9ca75128-a244-4596-877b-f24828e476e2}" removed="1"/>
</clbl:labelList>
</file>

<file path=docProps/app.xml><?xml version="1.0" encoding="utf-8"?>
<Properties xmlns="http://schemas.openxmlformats.org/officeDocument/2006/extended-properties" xmlns:vt="http://schemas.openxmlformats.org/officeDocument/2006/docPropsVTypes">
  <TotalTime>1487</TotalTime>
  <Words>783</Words>
  <Application>Microsoft Macintosh PowerPoint</Application>
  <PresentationFormat>Widescreen</PresentationFormat>
  <Paragraphs>48</Paragraphs>
  <Slides>3</Slides>
  <Notes>2</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vt:i4>
      </vt:variant>
    </vt:vector>
  </HeadingPairs>
  <TitlesOfParts>
    <vt:vector size="15" baseType="lpstr">
      <vt:lpstr>Arial</vt:lpstr>
      <vt:lpstr>Avenir Next LT Pro</vt:lpstr>
      <vt:lpstr>Avenir Next LT Pro Demi</vt:lpstr>
      <vt:lpstr>Avenir Next LT Pro Light</vt:lpstr>
      <vt:lpstr>Calibri</vt:lpstr>
      <vt:lpstr>Georgia</vt:lpstr>
      <vt:lpstr>Roboto Light</vt:lpstr>
      <vt:lpstr>Roboto Medium</vt:lpstr>
      <vt:lpstr>Segoe UI Black</vt:lpstr>
      <vt:lpstr>Wingdings</vt:lpstr>
      <vt:lpstr>Slalom_Generic_Template_v1</vt:lpstr>
      <vt:lpstr>Slalom 2022</vt:lpstr>
      <vt:lpstr>PowerPoint Presentation</vt:lpstr>
      <vt:lpstr>Morgan | Next Steps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Aly Wallach</dc:creator>
  <cp:lastModifiedBy>Collin Burdick</cp:lastModifiedBy>
  <cp:revision>3</cp:revision>
  <dcterms:created xsi:type="dcterms:W3CDTF">2021-04-23T19:46:32Z</dcterms:created>
  <dcterms:modified xsi:type="dcterms:W3CDTF">2026-02-09T19:09:41Z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0x010100A5A9075504094748869D56A8FDFF6451</vt:lpwstr>
  </property>
</Properties>
</file>